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301" r:id="rId5"/>
    <p:sldId id="1379" r:id="rId6"/>
    <p:sldId id="2387" r:id="rId7"/>
    <p:sldId id="2388" r:id="rId15"/>
    <p:sldId id="2389" r:id="rId16"/>
    <p:sldId id="2390" r:id="rId17"/>
    <p:sldId id="2391" r:id="rId18"/>
    <p:sldId id="2392" r:id="rId19"/>
    <p:sldId id="2393" r:id="rId20"/>
    <p:sldId id="2394" r:id="rId21"/>
    <p:sldId id="2395" r:id="rId22"/>
    <p:sldId id="2396" r:id="rId23"/>
    <p:sldId id="2397" r:id="rId24"/>
    <p:sldId id="2398" r:id="rId25"/>
    <p:sldId id="2399" r:id="rId26"/>
    <p:sldId id="2400" r:id="rId14"/>
    <p:sldId id="2401" r:id="rId13"/>
    <p:sldId id="2402" r:id="rId12"/>
    <p:sldId id="2403" r:id="rId11"/>
    <p:sldId id="2404" r:id="rId10"/>
    <p:sldId id="2405" r:id="rId9"/>
    <p:sldId id="2406" r:id="rId8"/>
    <p:sldId id="2407" r:id="rId34"/>
    <p:sldId id="2408" r:id="rId35"/>
    <p:sldId id="2409" r:id="rId36"/>
    <p:sldId id="2410" r:id="rId37"/>
    <p:sldId id="2411" r:id="rId38"/>
    <p:sldId id="2412" r:id="rId39"/>
    <p:sldId id="2413" r:id="rId40"/>
    <p:sldId id="2414" r:id="rId41"/>
    <p:sldId id="2415" r:id="rId42"/>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919"/>
    <a:srgbClr val="81D5D1"/>
    <a:srgbClr val="98F0E8"/>
    <a:srgbClr val="203214"/>
    <a:srgbClr val="FF99CC"/>
    <a:srgbClr val="5BD4FF"/>
    <a:srgbClr val="FF66CC"/>
    <a:srgbClr val="FFCCCC"/>
    <a:srgbClr val="FFCCFF"/>
    <a:srgbClr val="A6E2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1FCD95-F0BB-2141-8F80-13BC28F0F43F}" v="2" dt="2026-09-28T23:50:14.98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42" autoAdjust="0"/>
    <p:restoredTop sz="94698"/>
  </p:normalViewPr>
  <p:slideViewPr>
    <p:cSldViewPr snapToGrid="0">
      <p:cViewPr varScale="1">
        <p:scale>
          <a:sx n="123" d="100"/>
          <a:sy n="123" d="100"/>
        </p:scale>
        <p:origin x="3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22.xml"/><Relationship Id="rId9" Type="http://schemas.openxmlformats.org/officeDocument/2006/relationships/slide" Target="slides/slide21.xml"/><Relationship Id="rId10" Type="http://schemas.openxmlformats.org/officeDocument/2006/relationships/slide" Target="slides/slide20.xml"/><Relationship Id="rId11" Type="http://schemas.openxmlformats.org/officeDocument/2006/relationships/slide" Target="slides/slide19.xml"/><Relationship Id="rId12" Type="http://schemas.openxmlformats.org/officeDocument/2006/relationships/slide" Target="slides/slide18.xml"/><Relationship Id="rId13" Type="http://schemas.openxmlformats.org/officeDocument/2006/relationships/slide" Target="slides/slide17.xml"/><Relationship Id="rId14" Type="http://schemas.openxmlformats.org/officeDocument/2006/relationships/slide" Target="slides/slide16.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聖也 今井" userId="0f264e8b6f91c6ec" providerId="LiveId" clId="{DACEE0A9-09F8-53AD-ABE9-95C111B2AA9B}"/>
    <pc:docChg chg="custSel modSld">
      <pc:chgData name="聖也 今井" userId="0f264e8b6f91c6ec" providerId="LiveId" clId="{DACEE0A9-09F8-53AD-ABE9-95C111B2AA9B}" dt="2026-09-28T23:50:16.547" v="9" actId="1076"/>
      <pc:docMkLst>
        <pc:docMk/>
      </pc:docMkLst>
      <pc:sldChg chg="addSp delSp modSp mod">
        <pc:chgData name="聖也 今井" userId="0f264e8b6f91c6ec" providerId="LiveId" clId="{DACEE0A9-09F8-53AD-ABE9-95C111B2AA9B}" dt="2026-09-28T23:50:16.547" v="9" actId="1076"/>
        <pc:sldMkLst>
          <pc:docMk/>
          <pc:sldMk cId="1549407781" sldId="2301"/>
        </pc:sldMkLst>
        <pc:picChg chg="add del mod">
          <ac:chgData name="聖也 今井" userId="0f264e8b6f91c6ec" providerId="LiveId" clId="{DACEE0A9-09F8-53AD-ABE9-95C111B2AA9B}" dt="2026-09-28T23:50:13.955" v="7" actId="478"/>
          <ac:picMkLst>
            <pc:docMk/>
            <pc:sldMk cId="1549407781" sldId="2301"/>
            <ac:picMk id="3" creationId="{6FCDCF55-9AA8-45CD-BCB8-A4A0B3AC2982}"/>
          </ac:picMkLst>
        </pc:picChg>
        <pc:picChg chg="add mod">
          <ac:chgData name="聖也 今井" userId="0f264e8b6f91c6ec" providerId="LiveId" clId="{DACEE0A9-09F8-53AD-ABE9-95C111B2AA9B}" dt="2026-09-28T23:50:16.547" v="9" actId="1076"/>
          <ac:picMkLst>
            <pc:docMk/>
            <pc:sldMk cId="1549407781" sldId="2301"/>
            <ac:picMk id="4" creationId="{365F07F0-EE4D-95A8-E04C-5BCD41E7AFED}"/>
          </ac:picMkLst>
        </pc:picChg>
      </pc:sldChg>
    </pc:docChg>
  </pc:docChgLst>
  <pc:docChgLst>
    <pc:chgData name="聖也 今井" userId="0f264e8b6f91c6ec" providerId="LiveId" clId="{D5510081-5535-4E07-8E1F-60F837DFDA0C}"/>
    <pc:docChg chg="undo custSel addSld delSld modSld sldOrd">
      <pc:chgData name="聖也 今井" userId="0f264e8b6f91c6ec" providerId="LiveId" clId="{D5510081-5535-4E07-8E1F-60F837DFDA0C}" dt="2026-09-14T14:29:07.679" v="3875" actId="47"/>
      <pc:docMkLst>
        <pc:docMk/>
      </pc:docMkLst>
      <pc:sldChg chg="modSp add del mod">
        <pc:chgData name="聖也 今井" userId="0f264e8b6f91c6ec" providerId="LiveId" clId="{D5510081-5535-4E07-8E1F-60F837DFDA0C}" dt="2026-09-14T11:04:49.968" v="1786" actId="47"/>
        <pc:sldMkLst>
          <pc:docMk/>
          <pc:sldMk cId="1641834631" sldId="1379"/>
        </pc:sldMkLst>
        <pc:spChg chg="mod">
          <ac:chgData name="聖也 今井" userId="0f264e8b6f91c6ec" providerId="LiveId" clId="{D5510081-5535-4E07-8E1F-60F837DFDA0C}" dt="2026-09-14T11:02:05.385" v="1664"/>
          <ac:spMkLst>
            <pc:docMk/>
            <pc:sldMk cId="1641834631" sldId="1379"/>
            <ac:spMk id="2" creationId="{F02509E7-43ED-6D38-E453-F13E8D3DDCCB}"/>
          </ac:spMkLst>
        </pc:spChg>
      </pc:sldChg>
      <pc:sldChg chg="add del">
        <pc:chgData name="聖也 今井" userId="0f264e8b6f91c6ec" providerId="LiveId" clId="{D5510081-5535-4E07-8E1F-60F837DFDA0C}" dt="2026-09-14T11:04:49.575" v="1785" actId="47"/>
        <pc:sldMkLst>
          <pc:docMk/>
          <pc:sldMk cId="1549407781" sldId="2301"/>
        </pc:sldMkLst>
      </pc:sldChg>
      <pc:sldChg chg="addSp delSp modSp add del mod delAnim modAnim">
        <pc:chgData name="聖也 今井" userId="0f264e8b6f91c6ec" providerId="LiveId" clId="{D5510081-5535-4E07-8E1F-60F837DFDA0C}" dt="2026-09-14T13:21:45.778" v="3010" actId="20577"/>
        <pc:sldMkLst>
          <pc:docMk/>
          <pc:sldMk cId="3451859113" sldId="2385"/>
        </pc:sldMkLst>
        <pc:spChg chg="mod">
          <ac:chgData name="聖也 今井" userId="0f264e8b6f91c6ec" providerId="LiveId" clId="{D5510081-5535-4E07-8E1F-60F837DFDA0C}" dt="2026-09-14T11:04:27.022" v="1753" actId="20577"/>
          <ac:spMkLst>
            <pc:docMk/>
            <pc:sldMk cId="3451859113" sldId="2385"/>
            <ac:spMk id="4" creationId="{1F8876BE-EF2A-830F-35A4-DD04D8AFEB96}"/>
          </ac:spMkLst>
        </pc:spChg>
        <pc:spChg chg="add mod">
          <ac:chgData name="聖也 今井" userId="0f264e8b6f91c6ec" providerId="LiveId" clId="{D5510081-5535-4E07-8E1F-60F837DFDA0C}" dt="2026-09-14T13:21:45.778" v="3010" actId="20577"/>
          <ac:spMkLst>
            <pc:docMk/>
            <pc:sldMk cId="3451859113" sldId="2385"/>
            <ac:spMk id="6" creationId="{E9D49398-EFF2-15AF-9E04-5CA22BD8AFE0}"/>
          </ac:spMkLst>
        </pc:spChg>
        <pc:spChg chg="add mod">
          <ac:chgData name="聖也 今井" userId="0f264e8b6f91c6ec" providerId="LiveId" clId="{D5510081-5535-4E07-8E1F-60F837DFDA0C}" dt="2026-09-14T11:09:03.853" v="1857" actId="207"/>
          <ac:spMkLst>
            <pc:docMk/>
            <pc:sldMk cId="3451859113" sldId="2385"/>
            <ac:spMk id="8" creationId="{12335A34-E87A-9854-D8CB-F9054F3F6F54}"/>
          </ac:spMkLst>
        </pc:spChg>
        <pc:spChg chg="add mod">
          <ac:chgData name="聖也 今井" userId="0f264e8b6f91c6ec" providerId="LiveId" clId="{D5510081-5535-4E07-8E1F-60F837DFDA0C}" dt="2026-09-14T11:09:06.903" v="1858" actId="207"/>
          <ac:spMkLst>
            <pc:docMk/>
            <pc:sldMk cId="3451859113" sldId="2385"/>
            <ac:spMk id="11" creationId="{D997D186-7F56-3F8A-5E2A-99EDF1626EBF}"/>
          </ac:spMkLst>
        </pc:spChg>
        <pc:spChg chg="add mod">
          <ac:chgData name="聖也 今井" userId="0f264e8b6f91c6ec" providerId="LiveId" clId="{D5510081-5535-4E07-8E1F-60F837DFDA0C}" dt="2026-09-14T11:09:09.897" v="1859" actId="207"/>
          <ac:spMkLst>
            <pc:docMk/>
            <pc:sldMk cId="3451859113" sldId="2385"/>
            <ac:spMk id="13" creationId="{9F366443-12B4-6DB0-EDB4-6A9BFCA49C6A}"/>
          </ac:spMkLst>
        </pc:spChg>
        <pc:picChg chg="add mod">
          <ac:chgData name="聖也 今井" userId="0f264e8b6f91c6ec" providerId="LiveId" clId="{D5510081-5535-4E07-8E1F-60F837DFDA0C}" dt="2026-09-14T11:11:28.948" v="1866" actId="1076"/>
          <ac:picMkLst>
            <pc:docMk/>
            <pc:sldMk cId="3451859113" sldId="2385"/>
            <ac:picMk id="17" creationId="{912CEC6F-1E99-9426-D828-C977E6D328C7}"/>
          </ac:picMkLst>
        </pc:picChg>
      </pc:sldChg>
      <pc:sldChg chg="modSp add del mod">
        <pc:chgData name="聖也 今井" userId="0f264e8b6f91c6ec" providerId="LiveId" clId="{D5510081-5535-4E07-8E1F-60F837DFDA0C}" dt="2026-09-14T11:04:50.490" v="1787" actId="47"/>
        <pc:sldMkLst>
          <pc:docMk/>
          <pc:sldMk cId="69887300" sldId="2387"/>
        </pc:sldMkLst>
        <pc:spChg chg="mod">
          <ac:chgData name="聖也 今井" userId="0f264e8b6f91c6ec" providerId="LiveId" clId="{D5510081-5535-4E07-8E1F-60F837DFDA0C}" dt="2026-09-14T11:02:50.061" v="1668" actId="20577"/>
          <ac:spMkLst>
            <pc:docMk/>
            <pc:sldMk cId="69887300" sldId="2387"/>
            <ac:spMk id="5" creationId="{6FC59569-5F83-2421-0BBF-7926350AF804}"/>
          </ac:spMkLst>
        </pc:spChg>
        <pc:spChg chg="mod">
          <ac:chgData name="聖也 今井" userId="0f264e8b6f91c6ec" providerId="LiveId" clId="{D5510081-5535-4E07-8E1F-60F837DFDA0C}" dt="2026-09-14T11:03:12.918" v="1685" actId="20577"/>
          <ac:spMkLst>
            <pc:docMk/>
            <pc:sldMk cId="69887300" sldId="2387"/>
            <ac:spMk id="6" creationId="{5E37A703-EFFA-A2BB-1DA8-6BFC9A101F84}"/>
          </ac:spMkLst>
        </pc:spChg>
        <pc:spChg chg="mod">
          <ac:chgData name="聖也 今井" userId="0f264e8b6f91c6ec" providerId="LiveId" clId="{D5510081-5535-4E07-8E1F-60F837DFDA0C}" dt="2026-09-14T11:04:03.670" v="1735" actId="20577"/>
          <ac:spMkLst>
            <pc:docMk/>
            <pc:sldMk cId="69887300" sldId="2387"/>
            <ac:spMk id="7" creationId="{0A4EE89C-8343-C95F-CC57-72589E8EE1D9}"/>
          </ac:spMkLst>
        </pc:spChg>
      </pc:sldChg>
      <pc:sldChg chg="addSp modSp add mod ord">
        <pc:chgData name="聖也 今井" userId="0f264e8b6f91c6ec" providerId="LiveId" clId="{D5510081-5535-4E07-8E1F-60F837DFDA0C}" dt="2026-09-14T12:06:30.494" v="2311" actId="14100"/>
        <pc:sldMkLst>
          <pc:docMk/>
          <pc:sldMk cId="3687298667" sldId="2389"/>
        </pc:sldMkLst>
        <pc:picChg chg="add mod modCrop">
          <ac:chgData name="聖也 今井" userId="0f264e8b6f91c6ec" providerId="LiveId" clId="{D5510081-5535-4E07-8E1F-60F837DFDA0C}" dt="2026-09-14T12:06:30.494" v="2311" actId="14100"/>
          <ac:picMkLst>
            <pc:docMk/>
            <pc:sldMk cId="3687298667" sldId="2389"/>
            <ac:picMk id="3" creationId="{0A16C43B-552B-EF7D-2F75-1CFA7104E4ED}"/>
          </ac:picMkLst>
        </pc:picChg>
      </pc:sldChg>
      <pc:sldChg chg="addSp modSp add mod modAnim">
        <pc:chgData name="聖也 今井" userId="0f264e8b6f91c6ec" providerId="LiveId" clId="{D5510081-5535-4E07-8E1F-60F837DFDA0C}" dt="2026-09-14T11:37:40.875" v="2177"/>
        <pc:sldMkLst>
          <pc:docMk/>
          <pc:sldMk cId="2402620904" sldId="2390"/>
        </pc:sldMkLst>
        <pc:spChg chg="add mod">
          <ac:chgData name="聖也 今井" userId="0f264e8b6f91c6ec" providerId="LiveId" clId="{D5510081-5535-4E07-8E1F-60F837DFDA0C}" dt="2026-09-14T11:37:22.183" v="2170" actId="1036"/>
          <ac:spMkLst>
            <pc:docMk/>
            <pc:sldMk cId="2402620904" sldId="2390"/>
            <ac:spMk id="3" creationId="{885CDC1A-3C12-8311-9895-557318F83027}"/>
          </ac:spMkLst>
        </pc:spChg>
        <pc:spChg chg="add mod">
          <ac:chgData name="聖也 今井" userId="0f264e8b6f91c6ec" providerId="LiveId" clId="{D5510081-5535-4E07-8E1F-60F837DFDA0C}" dt="2026-09-14T11:37:00.453" v="2164" actId="1076"/>
          <ac:spMkLst>
            <pc:docMk/>
            <pc:sldMk cId="2402620904" sldId="2390"/>
            <ac:spMk id="7" creationId="{35E2CD28-18D4-F447-8D40-54E0D5910361}"/>
          </ac:spMkLst>
        </pc:spChg>
        <pc:spChg chg="add mod">
          <ac:chgData name="聖也 今井" userId="0f264e8b6f91c6ec" providerId="LiveId" clId="{D5510081-5535-4E07-8E1F-60F837DFDA0C}" dt="2026-09-14T11:37:30.911" v="2176" actId="1037"/>
          <ac:spMkLst>
            <pc:docMk/>
            <pc:sldMk cId="2402620904" sldId="2390"/>
            <ac:spMk id="9" creationId="{2283B479-1E36-4ADF-11FD-99410B604BAE}"/>
          </ac:spMkLst>
        </pc:spChg>
        <pc:grpChg chg="add mod">
          <ac:chgData name="聖也 今井" userId="0f264e8b6f91c6ec" providerId="LiveId" clId="{D5510081-5535-4E07-8E1F-60F837DFDA0C}" dt="2026-09-14T11:37:14.044" v="2166" actId="1076"/>
          <ac:grpSpMkLst>
            <pc:docMk/>
            <pc:sldMk cId="2402620904" sldId="2390"/>
            <ac:grpSpMk id="10" creationId="{89C0E107-C543-FECF-5EE2-A50C2FB1E1D3}"/>
          </ac:grpSpMkLst>
        </pc:grpChg>
        <pc:picChg chg="mod">
          <ac:chgData name="聖也 今井" userId="0f264e8b6f91c6ec" providerId="LiveId" clId="{D5510081-5535-4E07-8E1F-60F837DFDA0C}" dt="2026-09-14T11:36:40.830" v="2118"/>
          <ac:picMkLst>
            <pc:docMk/>
            <pc:sldMk cId="2402620904" sldId="2390"/>
            <ac:picMk id="11" creationId="{87C44C9D-AFB1-80E3-7906-85F422E85678}"/>
          </ac:picMkLst>
        </pc:picChg>
        <pc:picChg chg="mod">
          <ac:chgData name="聖也 今井" userId="0f264e8b6f91c6ec" providerId="LiveId" clId="{D5510081-5535-4E07-8E1F-60F837DFDA0C}" dt="2026-09-14T11:36:40.830" v="2118"/>
          <ac:picMkLst>
            <pc:docMk/>
            <pc:sldMk cId="2402620904" sldId="2390"/>
            <ac:picMk id="12" creationId="{CCB53653-7349-AC71-3CC1-03ECF3F3A870}"/>
          </ac:picMkLst>
        </pc:picChg>
      </pc:sldChg>
      <pc:sldChg chg="addSp modSp add mod modAnim">
        <pc:chgData name="聖也 今井" userId="0f264e8b6f91c6ec" providerId="LiveId" clId="{D5510081-5535-4E07-8E1F-60F837DFDA0C}" dt="2026-09-14T12:05:40.746" v="2305" actId="14100"/>
        <pc:sldMkLst>
          <pc:docMk/>
          <pc:sldMk cId="1215956918" sldId="2392"/>
        </pc:sldMkLst>
        <pc:spChg chg="add mod">
          <ac:chgData name="聖也 今井" userId="0f264e8b6f91c6ec" providerId="LiveId" clId="{D5510081-5535-4E07-8E1F-60F837DFDA0C}" dt="2026-09-14T12:05:23.323" v="2302" actId="1076"/>
          <ac:spMkLst>
            <pc:docMk/>
            <pc:sldMk cId="1215956918" sldId="2392"/>
            <ac:spMk id="3" creationId="{49654440-15E8-5325-56A5-1E64B3ECC6D7}"/>
          </ac:spMkLst>
        </pc:spChg>
        <pc:spChg chg="add mod">
          <ac:chgData name="聖也 今井" userId="0f264e8b6f91c6ec" providerId="LiveId" clId="{D5510081-5535-4E07-8E1F-60F837DFDA0C}" dt="2026-09-14T12:05:40.746" v="2305" actId="14100"/>
          <ac:spMkLst>
            <pc:docMk/>
            <pc:sldMk cId="1215956918" sldId="2392"/>
            <ac:spMk id="6" creationId="{BCB3283E-68DF-C79E-8BA7-3DE8E69A50FA}"/>
          </ac:spMkLst>
        </pc:spChg>
        <pc:spChg chg="add mod">
          <ac:chgData name="聖也 今井" userId="0f264e8b6f91c6ec" providerId="LiveId" clId="{D5510081-5535-4E07-8E1F-60F837DFDA0C}" dt="2026-09-14T12:05:30.569" v="2304" actId="1076"/>
          <ac:spMkLst>
            <pc:docMk/>
            <pc:sldMk cId="1215956918" sldId="2392"/>
            <ac:spMk id="8" creationId="{02256743-A40F-E44E-0CA3-4C9B88BE8525}"/>
          </ac:spMkLst>
        </pc:spChg>
        <pc:spChg chg="add mod">
          <ac:chgData name="聖也 今井" userId="0f264e8b6f91c6ec" providerId="LiveId" clId="{D5510081-5535-4E07-8E1F-60F837DFDA0C}" dt="2026-09-14T12:03:27.955" v="2282" actId="1076"/>
          <ac:spMkLst>
            <pc:docMk/>
            <pc:sldMk cId="1215956918" sldId="2392"/>
            <ac:spMk id="10" creationId="{E7231BEB-7108-23C7-4257-FB38F0DD564A}"/>
          </ac:spMkLst>
        </pc:spChg>
        <pc:spChg chg="add mod">
          <ac:chgData name="聖也 今井" userId="0f264e8b6f91c6ec" providerId="LiveId" clId="{D5510081-5535-4E07-8E1F-60F837DFDA0C}" dt="2026-09-14T12:03:33.754" v="2284" actId="14100"/>
          <ac:spMkLst>
            <pc:docMk/>
            <pc:sldMk cId="1215956918" sldId="2392"/>
            <ac:spMk id="11" creationId="{0E24AFBE-8F1C-C7F1-B97F-417578E242A3}"/>
          </ac:spMkLst>
        </pc:spChg>
        <pc:spChg chg="add mod">
          <ac:chgData name="聖也 今井" userId="0f264e8b6f91c6ec" providerId="LiveId" clId="{D5510081-5535-4E07-8E1F-60F837DFDA0C}" dt="2026-09-14T12:05:20.358" v="2301" actId="1076"/>
          <ac:spMkLst>
            <pc:docMk/>
            <pc:sldMk cId="1215956918" sldId="2392"/>
            <ac:spMk id="13" creationId="{501E89A2-A11C-EB7E-6A86-6A3592FEF1E1}"/>
          </ac:spMkLst>
        </pc:spChg>
      </pc:sldChg>
      <pc:sldChg chg="addSp modSp add mod modAnim">
        <pc:chgData name="聖也 今井" userId="0f264e8b6f91c6ec" providerId="LiveId" clId="{D5510081-5535-4E07-8E1F-60F837DFDA0C}" dt="2026-09-14T12:16:24.432" v="2337" actId="693"/>
        <pc:sldMkLst>
          <pc:docMk/>
          <pc:sldMk cId="331276806" sldId="2393"/>
        </pc:sldMkLst>
        <pc:spChg chg="add mod">
          <ac:chgData name="聖也 今井" userId="0f264e8b6f91c6ec" providerId="LiveId" clId="{D5510081-5535-4E07-8E1F-60F837DFDA0C}" dt="2026-09-14T12:15:08.611" v="2323" actId="20577"/>
          <ac:spMkLst>
            <pc:docMk/>
            <pc:sldMk cId="331276806" sldId="2393"/>
            <ac:spMk id="3" creationId="{57A9F334-5F3C-4610-6A97-1F0724790739}"/>
          </ac:spMkLst>
        </pc:spChg>
        <pc:spChg chg="add mod">
          <ac:chgData name="聖也 今井" userId="0f264e8b6f91c6ec" providerId="LiveId" clId="{D5510081-5535-4E07-8E1F-60F837DFDA0C}" dt="2026-09-14T12:15:28.696" v="2329" actId="1076"/>
          <ac:spMkLst>
            <pc:docMk/>
            <pc:sldMk cId="331276806" sldId="2393"/>
            <ac:spMk id="7" creationId="{1CE3E703-3A81-6850-C234-C74A1B4DE931}"/>
          </ac:spMkLst>
        </pc:spChg>
        <pc:spChg chg="add mod">
          <ac:chgData name="聖也 今井" userId="0f264e8b6f91c6ec" providerId="LiveId" clId="{D5510081-5535-4E07-8E1F-60F837DFDA0C}" dt="2026-09-14T12:16:24.432" v="2337" actId="693"/>
          <ac:spMkLst>
            <pc:docMk/>
            <pc:sldMk cId="331276806" sldId="2393"/>
            <ac:spMk id="8" creationId="{FD65DC42-7807-491E-164A-4AFE76B7FEAD}"/>
          </ac:spMkLst>
        </pc:spChg>
      </pc:sldChg>
      <pc:sldChg chg="addSp delSp modSp add mod modAnim">
        <pc:chgData name="聖也 今井" userId="0f264e8b6f91c6ec" providerId="LiveId" clId="{D5510081-5535-4E07-8E1F-60F837DFDA0C}" dt="2026-09-14T12:37:03.499" v="2440"/>
        <pc:sldMkLst>
          <pc:docMk/>
          <pc:sldMk cId="2923049248" sldId="2394"/>
        </pc:sldMkLst>
        <pc:spChg chg="add mod">
          <ac:chgData name="聖也 今井" userId="0f264e8b6f91c6ec" providerId="LiveId" clId="{D5510081-5535-4E07-8E1F-60F837DFDA0C}" dt="2026-09-14T12:17:56.493" v="2348" actId="1076"/>
          <ac:spMkLst>
            <pc:docMk/>
            <pc:sldMk cId="2923049248" sldId="2394"/>
            <ac:spMk id="3" creationId="{55F0B8CA-187A-E399-78F3-A6A57EB43BDE}"/>
          </ac:spMkLst>
        </pc:spChg>
        <pc:spChg chg="add mod">
          <ac:chgData name="聖也 今井" userId="0f264e8b6f91c6ec" providerId="LiveId" clId="{D5510081-5535-4E07-8E1F-60F837DFDA0C}" dt="2026-09-14T12:36:02.603" v="2429" actId="1076"/>
          <ac:spMkLst>
            <pc:docMk/>
            <pc:sldMk cId="2923049248" sldId="2394"/>
            <ac:spMk id="13" creationId="{0CC5F252-E05D-BFAC-F648-B2DAA4DA9F7B}"/>
          </ac:spMkLst>
        </pc:spChg>
        <pc:spChg chg="add mod">
          <ac:chgData name="聖也 今井" userId="0f264e8b6f91c6ec" providerId="LiveId" clId="{D5510081-5535-4E07-8E1F-60F837DFDA0C}" dt="2026-09-14T12:36:42.383" v="2438" actId="14100"/>
          <ac:spMkLst>
            <pc:docMk/>
            <pc:sldMk cId="2923049248" sldId="2394"/>
            <ac:spMk id="14" creationId="{6BE48DC9-5655-1A11-C88D-DADFB44DFDB4}"/>
          </ac:spMkLst>
        </pc:spChg>
        <pc:picChg chg="add mod modCrop">
          <ac:chgData name="聖也 今井" userId="0f264e8b6f91c6ec" providerId="LiveId" clId="{D5510081-5535-4E07-8E1F-60F837DFDA0C}" dt="2026-09-14T12:31:49.653" v="2359" actId="1076"/>
          <ac:picMkLst>
            <pc:docMk/>
            <pc:sldMk cId="2923049248" sldId="2394"/>
            <ac:picMk id="9" creationId="{317760AA-F2E1-932F-AE4E-50C9761A8DA3}"/>
          </ac:picMkLst>
        </pc:picChg>
        <pc:picChg chg="add mod">
          <ac:chgData name="聖也 今井" userId="0f264e8b6f91c6ec" providerId="LiveId" clId="{D5510081-5535-4E07-8E1F-60F837DFDA0C}" dt="2026-09-14T12:36:21.065" v="2433" actId="1076"/>
          <ac:picMkLst>
            <pc:docMk/>
            <pc:sldMk cId="2923049248" sldId="2394"/>
            <ac:picMk id="11" creationId="{BCFC186C-5B8A-7BBF-8C14-2353CCC1089F}"/>
          </ac:picMkLst>
        </pc:picChg>
      </pc:sldChg>
      <pc:sldChg chg="addSp modSp add mod modAnim">
        <pc:chgData name="聖也 今井" userId="0f264e8b6f91c6ec" providerId="LiveId" clId="{D5510081-5535-4E07-8E1F-60F837DFDA0C}" dt="2026-09-14T13:21:57.854" v="3011" actId="207"/>
        <pc:sldMkLst>
          <pc:docMk/>
          <pc:sldMk cId="3655415073" sldId="2395"/>
        </pc:sldMkLst>
        <pc:spChg chg="add mod">
          <ac:chgData name="聖也 今井" userId="0f264e8b6f91c6ec" providerId="LiveId" clId="{D5510081-5535-4E07-8E1F-60F837DFDA0C}" dt="2026-09-14T13:21:57.854" v="3011" actId="207"/>
          <ac:spMkLst>
            <pc:docMk/>
            <pc:sldMk cId="3655415073" sldId="2395"/>
            <ac:spMk id="3" creationId="{70193A96-B14B-6EBB-E5F6-ACD6857619C1}"/>
          </ac:spMkLst>
        </pc:spChg>
        <pc:picChg chg="add mod modCrop">
          <ac:chgData name="聖也 今井" userId="0f264e8b6f91c6ec" providerId="LiveId" clId="{D5510081-5535-4E07-8E1F-60F837DFDA0C}" dt="2026-09-14T12:47:42.065" v="2549" actId="1076"/>
          <ac:picMkLst>
            <pc:docMk/>
            <pc:sldMk cId="3655415073" sldId="2395"/>
            <ac:picMk id="7" creationId="{E1A3820D-00D3-1C4D-E938-E0DD0D11350F}"/>
          </ac:picMkLst>
        </pc:picChg>
      </pc:sldChg>
      <pc:sldChg chg="addSp modSp add mod">
        <pc:chgData name="聖也 今井" userId="0f264e8b6f91c6ec" providerId="LiveId" clId="{D5510081-5535-4E07-8E1F-60F837DFDA0C}" dt="2026-09-14T13:21:35.455" v="3009" actId="207"/>
        <pc:sldMkLst>
          <pc:docMk/>
          <pc:sldMk cId="349066547" sldId="2396"/>
        </pc:sldMkLst>
        <pc:spChg chg="add mod">
          <ac:chgData name="聖也 今井" userId="0f264e8b6f91c6ec" providerId="LiveId" clId="{D5510081-5535-4E07-8E1F-60F837DFDA0C}" dt="2026-09-14T13:21:35.455" v="3009" actId="207"/>
          <ac:spMkLst>
            <pc:docMk/>
            <pc:sldMk cId="349066547" sldId="2396"/>
            <ac:spMk id="3" creationId="{FA48C5D2-96BD-D14D-9183-E1D1CAE29D26}"/>
          </ac:spMkLst>
        </pc:spChg>
      </pc:sldChg>
      <pc:sldChg chg="addSp modSp add mod">
        <pc:chgData name="聖也 今井" userId="0f264e8b6f91c6ec" providerId="LiveId" clId="{D5510081-5535-4E07-8E1F-60F837DFDA0C}" dt="2026-09-14T12:56:19.611" v="2655" actId="208"/>
        <pc:sldMkLst>
          <pc:docMk/>
          <pc:sldMk cId="362848922" sldId="2397"/>
        </pc:sldMkLst>
        <pc:spChg chg="add mod">
          <ac:chgData name="聖也 今井" userId="0f264e8b6f91c6ec" providerId="LiveId" clId="{D5510081-5535-4E07-8E1F-60F837DFDA0C}" dt="2026-09-14T12:54:56.383" v="2643" actId="207"/>
          <ac:spMkLst>
            <pc:docMk/>
            <pc:sldMk cId="362848922" sldId="2397"/>
            <ac:spMk id="3" creationId="{EA4BDB3F-FEA0-73C3-D4EC-E98A70064161}"/>
          </ac:spMkLst>
        </pc:spChg>
        <pc:spChg chg="add mod">
          <ac:chgData name="聖也 今井" userId="0f264e8b6f91c6ec" providerId="LiveId" clId="{D5510081-5535-4E07-8E1F-60F837DFDA0C}" dt="2026-09-14T12:56:19.611" v="2655" actId="208"/>
          <ac:spMkLst>
            <pc:docMk/>
            <pc:sldMk cId="362848922" sldId="2397"/>
            <ac:spMk id="8" creationId="{6210E264-14C1-7187-BCD5-579C395F58DC}"/>
          </ac:spMkLst>
        </pc:spChg>
        <pc:picChg chg="add mod">
          <ac:chgData name="聖也 今井" userId="0f264e8b6f91c6ec" providerId="LiveId" clId="{D5510081-5535-4E07-8E1F-60F837DFDA0C}" dt="2026-09-14T12:55:17.199" v="2649" actId="1076"/>
          <ac:picMkLst>
            <pc:docMk/>
            <pc:sldMk cId="362848922" sldId="2397"/>
            <ac:picMk id="7" creationId="{F70D973D-E012-657B-C3E8-1828D08D485B}"/>
          </ac:picMkLst>
        </pc:picChg>
      </pc:sldChg>
      <pc:sldChg chg="addSp delSp modSp add mod modAnim">
        <pc:chgData name="聖也 今井" userId="0f264e8b6f91c6ec" providerId="LiveId" clId="{D5510081-5535-4E07-8E1F-60F837DFDA0C}" dt="2026-09-14T13:21:28.104" v="3008" actId="115"/>
        <pc:sldMkLst>
          <pc:docMk/>
          <pc:sldMk cId="2812735809" sldId="2398"/>
        </pc:sldMkLst>
        <pc:spChg chg="add mod">
          <ac:chgData name="聖也 今井" userId="0f264e8b6f91c6ec" providerId="LiveId" clId="{D5510081-5535-4E07-8E1F-60F837DFDA0C}" dt="2026-09-14T13:21:28.104" v="3008" actId="115"/>
          <ac:spMkLst>
            <pc:docMk/>
            <pc:sldMk cId="2812735809" sldId="2398"/>
            <ac:spMk id="3" creationId="{67D73B8D-C597-D763-45EC-4EC3BF70A39D}"/>
          </ac:spMkLst>
        </pc:spChg>
        <pc:spChg chg="add mod">
          <ac:chgData name="聖也 今井" userId="0f264e8b6f91c6ec" providerId="LiveId" clId="{D5510081-5535-4E07-8E1F-60F837DFDA0C}" dt="2026-09-14T13:07:38.424" v="2722" actId="208"/>
          <ac:spMkLst>
            <pc:docMk/>
            <pc:sldMk cId="2812735809" sldId="2398"/>
            <ac:spMk id="6" creationId="{2370EE90-BF87-A46B-286A-B6B7187A8086}"/>
          </ac:spMkLst>
        </pc:spChg>
      </pc:sldChg>
      <pc:sldChg chg="addSp delSp modSp add mod">
        <pc:chgData name="聖也 今井" userId="0f264e8b6f91c6ec" providerId="LiveId" clId="{D5510081-5535-4E07-8E1F-60F837DFDA0C}" dt="2026-09-14T13:14:11.548" v="2824" actId="14100"/>
        <pc:sldMkLst>
          <pc:docMk/>
          <pc:sldMk cId="2796797884" sldId="2399"/>
        </pc:sldMkLst>
        <pc:spChg chg="add mod">
          <ac:chgData name="聖也 今井" userId="0f264e8b6f91c6ec" providerId="LiveId" clId="{D5510081-5535-4E07-8E1F-60F837DFDA0C}" dt="2026-09-14T13:13:13.825" v="2819" actId="20577"/>
          <ac:spMkLst>
            <pc:docMk/>
            <pc:sldMk cId="2796797884" sldId="2399"/>
            <ac:spMk id="8" creationId="{8E16AA41-D4B0-B183-0A57-E93A2BD95899}"/>
          </ac:spMkLst>
        </pc:spChg>
        <pc:picChg chg="add mod">
          <ac:chgData name="聖也 今井" userId="0f264e8b6f91c6ec" providerId="LiveId" clId="{D5510081-5535-4E07-8E1F-60F837DFDA0C}" dt="2026-09-14T13:14:11.548" v="2824" actId="14100"/>
          <ac:picMkLst>
            <pc:docMk/>
            <pc:sldMk cId="2796797884" sldId="2399"/>
            <ac:picMk id="14" creationId="{6CFECEF4-82D4-6E82-D5A0-F72935A0B982}"/>
          </ac:picMkLst>
        </pc:picChg>
      </pc:sldChg>
      <pc:sldChg chg="addSp modSp add mod">
        <pc:chgData name="聖也 今井" userId="0f264e8b6f91c6ec" providerId="LiveId" clId="{D5510081-5535-4E07-8E1F-60F837DFDA0C}" dt="2026-09-14T13:20:55.237" v="3004" actId="1076"/>
        <pc:sldMkLst>
          <pc:docMk/>
          <pc:sldMk cId="3179783960" sldId="2400"/>
        </pc:sldMkLst>
        <pc:spChg chg="add mod">
          <ac:chgData name="聖也 今井" userId="0f264e8b6f91c6ec" providerId="LiveId" clId="{D5510081-5535-4E07-8E1F-60F837DFDA0C}" dt="2026-09-14T13:20:37.599" v="3002" actId="1076"/>
          <ac:spMkLst>
            <pc:docMk/>
            <pc:sldMk cId="3179783960" sldId="2400"/>
            <ac:spMk id="7" creationId="{7C817673-2EB0-B9AE-5A14-9E4C7A32A7D6}"/>
          </ac:spMkLst>
        </pc:spChg>
        <pc:picChg chg="add mod">
          <ac:chgData name="聖也 今井" userId="0f264e8b6f91c6ec" providerId="LiveId" clId="{D5510081-5535-4E07-8E1F-60F837DFDA0C}" dt="2026-09-14T13:20:55.237" v="3004" actId="1076"/>
          <ac:picMkLst>
            <pc:docMk/>
            <pc:sldMk cId="3179783960" sldId="2400"/>
            <ac:picMk id="3" creationId="{B995F6E9-D88E-81EC-9923-E37569E546AC}"/>
          </ac:picMkLst>
        </pc:picChg>
      </pc:sldChg>
      <pc:sldChg chg="addSp modSp add mod modAnim">
        <pc:chgData name="聖也 今井" userId="0f264e8b6f91c6ec" providerId="LiveId" clId="{D5510081-5535-4E07-8E1F-60F837DFDA0C}" dt="2026-09-14T13:40:50.789" v="3109" actId="1076"/>
        <pc:sldMkLst>
          <pc:docMk/>
          <pc:sldMk cId="347135740" sldId="2401"/>
        </pc:sldMkLst>
        <pc:spChg chg="add mod">
          <ac:chgData name="聖也 今井" userId="0f264e8b6f91c6ec" providerId="LiveId" clId="{D5510081-5535-4E07-8E1F-60F837DFDA0C}" dt="2026-09-14T13:40:44.300" v="3106" actId="20577"/>
          <ac:spMkLst>
            <pc:docMk/>
            <pc:sldMk cId="347135740" sldId="2401"/>
            <ac:spMk id="3" creationId="{BFC7105B-3103-792E-AA69-381400FC4656}"/>
          </ac:spMkLst>
        </pc:spChg>
        <pc:picChg chg="add mod">
          <ac:chgData name="聖也 今井" userId="0f264e8b6f91c6ec" providerId="LiveId" clId="{D5510081-5535-4E07-8E1F-60F837DFDA0C}" dt="2026-09-14T13:40:50.789" v="3109" actId="1076"/>
          <ac:picMkLst>
            <pc:docMk/>
            <pc:sldMk cId="347135740" sldId="2401"/>
            <ac:picMk id="7" creationId="{16A39AC3-B819-C48D-B477-7EDF80D67D4C}"/>
          </ac:picMkLst>
        </pc:picChg>
      </pc:sldChg>
      <pc:sldChg chg="addSp modSp add mod modAnim">
        <pc:chgData name="聖也 今井" userId="0f264e8b6f91c6ec" providerId="LiveId" clId="{D5510081-5535-4E07-8E1F-60F837DFDA0C}" dt="2026-09-14T13:45:24.938" v="3323"/>
        <pc:sldMkLst>
          <pc:docMk/>
          <pc:sldMk cId="3547851922" sldId="2402"/>
        </pc:sldMkLst>
        <pc:spChg chg="add mod">
          <ac:chgData name="聖也 今井" userId="0f264e8b6f91c6ec" providerId="LiveId" clId="{D5510081-5535-4E07-8E1F-60F837DFDA0C}" dt="2026-09-14T13:44:58.867" v="3318" actId="115"/>
          <ac:spMkLst>
            <pc:docMk/>
            <pc:sldMk cId="3547851922" sldId="2402"/>
            <ac:spMk id="3" creationId="{6D633E72-E629-E4E7-2139-7A43C6E0A572}"/>
          </ac:spMkLst>
        </pc:spChg>
      </pc:sldChg>
      <pc:sldChg chg="addSp delSp modSp add mod modAnim">
        <pc:chgData name="聖也 今井" userId="0f264e8b6f91c6ec" providerId="LiveId" clId="{D5510081-5535-4E07-8E1F-60F837DFDA0C}" dt="2026-09-14T13:51:17.188" v="3504"/>
        <pc:sldMkLst>
          <pc:docMk/>
          <pc:sldMk cId="212392240" sldId="2403"/>
        </pc:sldMkLst>
        <pc:spChg chg="add mod">
          <ac:chgData name="聖也 今井" userId="0f264e8b6f91c6ec" providerId="LiveId" clId="{D5510081-5535-4E07-8E1F-60F837DFDA0C}" dt="2026-09-14T13:50:15.215" v="3496" actId="20577"/>
          <ac:spMkLst>
            <pc:docMk/>
            <pc:sldMk cId="212392240" sldId="2403"/>
            <ac:spMk id="7" creationId="{0DD11F64-302F-B073-DC74-4449A09EE5B9}"/>
          </ac:spMkLst>
        </pc:spChg>
        <pc:spChg chg="add mod">
          <ac:chgData name="聖也 今井" userId="0f264e8b6f91c6ec" providerId="LiveId" clId="{D5510081-5535-4E07-8E1F-60F837DFDA0C}" dt="2026-09-14T13:49:11.605" v="3483" actId="1038"/>
          <ac:spMkLst>
            <pc:docMk/>
            <pc:sldMk cId="212392240" sldId="2403"/>
            <ac:spMk id="8" creationId="{9E9CD9DF-41C3-B766-453F-977D382A2B27}"/>
          </ac:spMkLst>
        </pc:spChg>
        <pc:cxnChg chg="add mod">
          <ac:chgData name="聖也 今井" userId="0f264e8b6f91c6ec" providerId="LiveId" clId="{D5510081-5535-4E07-8E1F-60F837DFDA0C}" dt="2026-09-14T13:50:08.196" v="3494" actId="14100"/>
          <ac:cxnSpMkLst>
            <pc:docMk/>
            <pc:sldMk cId="212392240" sldId="2403"/>
            <ac:cxnSpMk id="10" creationId="{61FC1C02-B0F8-2045-DCCA-9D9E123744E8}"/>
          </ac:cxnSpMkLst>
        </pc:cxnChg>
      </pc:sldChg>
      <pc:sldChg chg="addSp delSp modSp add mod modAnim">
        <pc:chgData name="聖也 今井" userId="0f264e8b6f91c6ec" providerId="LiveId" clId="{D5510081-5535-4E07-8E1F-60F837DFDA0C}" dt="2026-09-14T14:21:31.244" v="3840"/>
        <pc:sldMkLst>
          <pc:docMk/>
          <pc:sldMk cId="618533272" sldId="2404"/>
        </pc:sldMkLst>
        <pc:spChg chg="add mod">
          <ac:chgData name="聖也 今井" userId="0f264e8b6f91c6ec" providerId="LiveId" clId="{D5510081-5535-4E07-8E1F-60F837DFDA0C}" dt="2026-09-14T14:20:37.211" v="3817" actId="207"/>
          <ac:spMkLst>
            <pc:docMk/>
            <pc:sldMk cId="618533272" sldId="2404"/>
            <ac:spMk id="3" creationId="{5B96F6BE-27CF-FC98-1133-431C91801061}"/>
          </ac:spMkLst>
        </pc:spChg>
        <pc:spChg chg="add mod">
          <ac:chgData name="聖也 今井" userId="0f264e8b6f91c6ec" providerId="LiveId" clId="{D5510081-5535-4E07-8E1F-60F837DFDA0C}" dt="2026-09-14T14:19:28.607" v="3795" actId="20577"/>
          <ac:spMkLst>
            <pc:docMk/>
            <pc:sldMk cId="618533272" sldId="2404"/>
            <ac:spMk id="14" creationId="{B0133F33-D70E-40C9-5245-63BC0A993D79}"/>
          </ac:spMkLst>
        </pc:spChg>
        <pc:picChg chg="add mod">
          <ac:chgData name="聖也 今井" userId="0f264e8b6f91c6ec" providerId="LiveId" clId="{D5510081-5535-4E07-8E1F-60F837DFDA0C}" dt="2026-09-14T14:18:46.724" v="3793" actId="14100"/>
          <ac:picMkLst>
            <pc:docMk/>
            <pc:sldMk cId="618533272" sldId="2404"/>
            <ac:picMk id="12" creationId="{054BC559-8964-9B83-17C2-DC0468064567}"/>
          </ac:picMkLst>
        </pc:picChg>
      </pc:sldChg>
      <pc:sldChg chg="addSp modSp add mod ord">
        <pc:chgData name="聖也 今井" userId="0f264e8b6f91c6ec" providerId="LiveId" clId="{D5510081-5535-4E07-8E1F-60F837DFDA0C}" dt="2026-09-14T14:28:57.357" v="3872" actId="1076"/>
        <pc:sldMkLst>
          <pc:docMk/>
          <pc:sldMk cId="3788911319" sldId="2406"/>
        </pc:sldMkLst>
        <pc:spChg chg="add mod ord">
          <ac:chgData name="聖也 今井" userId="0f264e8b6f91c6ec" providerId="LiveId" clId="{D5510081-5535-4E07-8E1F-60F837DFDA0C}" dt="2026-09-14T14:23:36.871" v="3849" actId="164"/>
          <ac:spMkLst>
            <pc:docMk/>
            <pc:sldMk cId="3788911319" sldId="2406"/>
            <ac:spMk id="6" creationId="{B58E9DA6-5175-D8C7-0B5F-F30CC1688B92}"/>
          </ac:spMkLst>
        </pc:spChg>
        <pc:spChg chg="add mod">
          <ac:chgData name="聖也 今井" userId="0f264e8b6f91c6ec" providerId="LiveId" clId="{D5510081-5535-4E07-8E1F-60F837DFDA0C}" dt="2026-09-14T14:27:14.390" v="3863" actId="20577"/>
          <ac:spMkLst>
            <pc:docMk/>
            <pc:sldMk cId="3788911319" sldId="2406"/>
            <ac:spMk id="9" creationId="{C9520A59-65E5-22B5-BF2D-C636145E8218}"/>
          </ac:spMkLst>
        </pc:spChg>
        <pc:grpChg chg="add mod">
          <ac:chgData name="聖也 今井" userId="0f264e8b6f91c6ec" providerId="LiveId" clId="{D5510081-5535-4E07-8E1F-60F837DFDA0C}" dt="2026-09-14T14:27:25.907" v="3867" actId="1076"/>
          <ac:grpSpMkLst>
            <pc:docMk/>
            <pc:sldMk cId="3788911319" sldId="2406"/>
            <ac:grpSpMk id="7" creationId="{E07C4576-835F-43EB-2F66-96B8EB9E207D}"/>
          </ac:grpSpMkLst>
        </pc:grpChg>
        <pc:picChg chg="add mod">
          <ac:chgData name="聖也 今井" userId="0f264e8b6f91c6ec" providerId="LiveId" clId="{D5510081-5535-4E07-8E1F-60F837DFDA0C}" dt="2026-09-14T14:23:36.871" v="3849" actId="164"/>
          <ac:picMkLst>
            <pc:docMk/>
            <pc:sldMk cId="3788911319" sldId="2406"/>
            <ac:picMk id="3" creationId="{9B4B40AD-6BF1-2500-5131-04A4CC054E5D}"/>
          </ac:picMkLst>
        </pc:picChg>
        <pc:picChg chg="add mod">
          <ac:chgData name="聖也 今井" userId="0f264e8b6f91c6ec" providerId="LiveId" clId="{D5510081-5535-4E07-8E1F-60F837DFDA0C}" dt="2026-09-14T14:28:57.357" v="3872" actId="1076"/>
          <ac:picMkLst>
            <pc:docMk/>
            <pc:sldMk cId="3788911319" sldId="2406"/>
            <ac:picMk id="11" creationId="{89EF5EFE-856E-D86B-79F8-BAC304E66D7E}"/>
          </ac:picMkLst>
        </pc:picChg>
      </pc:sldChg>
      <pc:sldChg chg="addSp modSp add mod ord modAnim">
        <pc:chgData name="聖也 今井" userId="0f264e8b6f91c6ec" providerId="LiveId" clId="{D5510081-5535-4E07-8E1F-60F837DFDA0C}" dt="2026-09-14T14:22:17.661" v="3842"/>
        <pc:sldMkLst>
          <pc:docMk/>
          <pc:sldMk cId="450675671" sldId="2408"/>
        </pc:sldMkLst>
        <pc:spChg chg="add mod">
          <ac:chgData name="聖也 今井" userId="0f264e8b6f91c6ec" providerId="LiveId" clId="{D5510081-5535-4E07-8E1F-60F837DFDA0C}" dt="2026-09-14T14:08:08.376" v="3632" actId="20577"/>
          <ac:spMkLst>
            <pc:docMk/>
            <pc:sldMk cId="450675671" sldId="2408"/>
            <ac:spMk id="3" creationId="{3D8EF9F0-2D2E-7FE6-0933-DEC9268532F0}"/>
          </ac:spMkLst>
        </pc:spChg>
        <pc:spChg chg="add mod">
          <ac:chgData name="聖也 今井" userId="0f264e8b6f91c6ec" providerId="LiveId" clId="{D5510081-5535-4E07-8E1F-60F837DFDA0C}" dt="2026-09-14T14:08:21.592" v="3636" actId="1076"/>
          <ac:spMkLst>
            <pc:docMk/>
            <pc:sldMk cId="450675671" sldId="2408"/>
            <ac:spMk id="9" creationId="{6998B4AE-D146-E720-7B69-901DF66A05C9}"/>
          </ac:spMkLst>
        </pc:spChg>
        <pc:picChg chg="add mod">
          <ac:chgData name="聖也 今井" userId="0f264e8b6f91c6ec" providerId="LiveId" clId="{D5510081-5535-4E07-8E1F-60F837DFDA0C}" dt="2026-09-14T14:08:17.048" v="3635" actId="1076"/>
          <ac:picMkLst>
            <pc:docMk/>
            <pc:sldMk cId="450675671" sldId="2408"/>
            <ac:picMk id="7" creationId="{CB53FD40-CF7F-B1B3-D8DA-ED32D726966A}"/>
          </ac:picMkLst>
        </pc:picChg>
      </pc:sldChg>
      <pc:sldChg chg="addSp delSp modSp new mod modAnim">
        <pc:chgData name="聖也 今井" userId="0f264e8b6f91c6ec" providerId="LiveId" clId="{D5510081-5535-4E07-8E1F-60F837DFDA0C}" dt="2026-09-14T13:34:14.232" v="3074"/>
        <pc:sldMkLst>
          <pc:docMk/>
          <pc:sldMk cId="1444187386" sldId="2410"/>
        </pc:sldMkLst>
        <pc:picChg chg="add mod">
          <ac:chgData name="聖也 今井" userId="0f264e8b6f91c6ec" providerId="LiveId" clId="{D5510081-5535-4E07-8E1F-60F837DFDA0C}" dt="2026-09-14T13:34:11.528" v="3071"/>
          <ac:picMkLst>
            <pc:docMk/>
            <pc:sldMk cId="1444187386" sldId="2410"/>
            <ac:picMk id="2" creationId="{DBC6BF3E-9BF5-C06F-EF69-8B776AEA726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3078428" cy="513509"/>
          </a:xfrm>
          <a:prstGeom prst="rect">
            <a:avLst/>
          </a:prstGeom>
        </p:spPr>
        <p:txBody>
          <a:bodyPr vert="horz" lIns="99065" tIns="49532" rIns="99065" bIns="49532" rtlCol="0"/>
          <a:lstStyle>
            <a:lvl1pPr algn="l">
              <a:defRPr sz="1400"/>
            </a:lvl1pPr>
          </a:lstStyle>
          <a:p>
            <a:endParaRPr kumimoji="1" lang="ja-JP" altLang="en-US"/>
          </a:p>
        </p:txBody>
      </p:sp>
      <p:sp>
        <p:nvSpPr>
          <p:cNvPr id="3" name="日付プレースホルダー 2"/>
          <p:cNvSpPr>
            <a:spLocks noGrp="1"/>
          </p:cNvSpPr>
          <p:nvPr>
            <p:ph type="dt" idx="1"/>
          </p:nvPr>
        </p:nvSpPr>
        <p:spPr>
          <a:xfrm>
            <a:off x="4023994" y="1"/>
            <a:ext cx="3078428" cy="513509"/>
          </a:xfrm>
          <a:prstGeom prst="rect">
            <a:avLst/>
          </a:prstGeom>
        </p:spPr>
        <p:txBody>
          <a:bodyPr vert="horz" lIns="99065" tIns="49532" rIns="99065" bIns="49532" rtlCol="0"/>
          <a:lstStyle>
            <a:lvl1pPr algn="r">
              <a:defRPr sz="1400"/>
            </a:lvl1pPr>
          </a:lstStyle>
          <a:p>
            <a:fld id="{8E569418-5140-43F5-ABEF-5387131219FF}" type="datetimeFigureOut">
              <a:rPr kumimoji="1" lang="ja-JP" altLang="en-US" smtClean="0"/>
              <a:t>2026/9/18</a:t>
            </a:fld>
            <a:endParaRPr kumimoji="1" lang="ja-JP" altLang="en-US"/>
          </a:p>
        </p:txBody>
      </p:sp>
      <p:sp>
        <p:nvSpPr>
          <p:cNvPr id="4" name="スライド イメージ プレースホルダー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9065" tIns="49532" rIns="99065" bIns="49532" rtlCol="0" anchor="ctr"/>
          <a:lstStyle/>
          <a:p>
            <a:endParaRPr lang="ja-JP" altLang="en-US"/>
          </a:p>
        </p:txBody>
      </p:sp>
      <p:sp>
        <p:nvSpPr>
          <p:cNvPr id="5" name="ノート プレースホルダー 4"/>
          <p:cNvSpPr>
            <a:spLocks noGrp="1"/>
          </p:cNvSpPr>
          <p:nvPr>
            <p:ph type="body" sz="quarter" idx="3"/>
          </p:nvPr>
        </p:nvSpPr>
        <p:spPr>
          <a:xfrm>
            <a:off x="710407" y="4925409"/>
            <a:ext cx="5683250" cy="4029879"/>
          </a:xfrm>
          <a:prstGeom prst="rect">
            <a:avLst/>
          </a:prstGeom>
        </p:spPr>
        <p:txBody>
          <a:bodyPr vert="horz" lIns="99065" tIns="49532" rIns="99065" bIns="49532"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721106"/>
            <a:ext cx="3078428" cy="513507"/>
          </a:xfrm>
          <a:prstGeom prst="rect">
            <a:avLst/>
          </a:prstGeom>
        </p:spPr>
        <p:txBody>
          <a:bodyPr vert="horz" lIns="99065" tIns="49532" rIns="99065" bIns="49532" rtlCol="0" anchor="b"/>
          <a:lstStyle>
            <a:lvl1pPr algn="l">
              <a:defRPr sz="1400"/>
            </a:lvl1pPr>
          </a:lstStyle>
          <a:p>
            <a:endParaRPr kumimoji="1" lang="ja-JP" altLang="en-US"/>
          </a:p>
        </p:txBody>
      </p:sp>
      <p:sp>
        <p:nvSpPr>
          <p:cNvPr id="7" name="スライド番号プレースホルダー 6"/>
          <p:cNvSpPr>
            <a:spLocks noGrp="1"/>
          </p:cNvSpPr>
          <p:nvPr>
            <p:ph type="sldNum" sz="quarter" idx="5"/>
          </p:nvPr>
        </p:nvSpPr>
        <p:spPr>
          <a:xfrm>
            <a:off x="4023994" y="9721106"/>
            <a:ext cx="3078428" cy="513507"/>
          </a:xfrm>
          <a:prstGeom prst="rect">
            <a:avLst/>
          </a:prstGeom>
        </p:spPr>
        <p:txBody>
          <a:bodyPr vert="horz" lIns="99065" tIns="49532" rIns="99065" bIns="49532" rtlCol="0" anchor="b"/>
          <a:lstStyle>
            <a:lvl1pPr algn="r">
              <a:defRPr sz="1400"/>
            </a:lvl1pPr>
          </a:lstStyle>
          <a:p>
            <a:fld id="{81122BAC-9988-457F-BF62-4563216EB079}" type="slidenum">
              <a:rPr kumimoji="1" lang="ja-JP" altLang="en-US" smtClean="0"/>
              <a:t>‹#›</a:t>
            </a:fld>
            <a:endParaRPr kumimoji="1" lang="ja-JP" altLang="en-US"/>
          </a:p>
        </p:txBody>
      </p:sp>
    </p:spTree>
    <p:extLst>
      <p:ext uri="{BB962C8B-B14F-4D97-AF65-F5344CB8AC3E}">
        <p14:creationId xmlns:p14="http://schemas.microsoft.com/office/powerpoint/2010/main" val="26312102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224" userDrawn="1">
          <p15:clr>
            <a:srgbClr val="F26B43"/>
          </p15:clr>
        </p15:guide>
        <p15:guide id="2" pos="2238"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81122BAC-9988-457F-BF62-4563216EB079}" type="slidenum">
              <a:rPr kumimoji="1" lang="ja-JP" altLang="en-US" smtClean="0"/>
              <a:t>2</a:t>
            </a:fld>
            <a:endParaRPr kumimoji="1" lang="ja-JP" altLang="en-US"/>
          </a:p>
        </p:txBody>
      </p:sp>
    </p:spTree>
    <p:extLst>
      <p:ext uri="{BB962C8B-B14F-4D97-AF65-F5344CB8AC3E}">
        <p14:creationId xmlns:p14="http://schemas.microsoft.com/office/powerpoint/2010/main" val="510383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994D2-A0C9-E806-C171-637212B5985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DD132B-F9CD-16B4-3BAC-B2AFF8A982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3B926A-6FE5-4963-34DC-EB14BD79E6C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17B8D98-5DD3-A7CE-5321-78F59666FFE7}"/>
              </a:ext>
            </a:extLst>
          </p:cNvPr>
          <p:cNvSpPr>
            <a:spLocks noGrp="1"/>
          </p:cNvSpPr>
          <p:nvPr>
            <p:ph type="sldNum" sz="quarter" idx="5"/>
          </p:nvPr>
        </p:nvSpPr>
        <p:spPr/>
        <p:txBody>
          <a:bodyPr/>
          <a:lstStyle/>
          <a:p>
            <a:fld id="{81122BAC-9988-457F-BF62-4563216EB079}" type="slidenum">
              <a:rPr kumimoji="1" lang="ja-JP" altLang="en-US" smtClean="0"/>
              <a:t>3</a:t>
            </a:fld>
            <a:endParaRPr kumimoji="1" lang="ja-JP" altLang="en-US"/>
          </a:p>
        </p:txBody>
      </p:sp>
    </p:spTree>
    <p:extLst>
      <p:ext uri="{BB962C8B-B14F-4D97-AF65-F5344CB8AC3E}">
        <p14:creationId xmlns:p14="http://schemas.microsoft.com/office/powerpoint/2010/main" val="4192019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1322388"/>
            <a:ext cx="9144000" cy="2387600"/>
          </a:xfrm>
        </p:spPr>
        <p:txBody>
          <a:bodyPr anchor="b">
            <a:noAutofit/>
          </a:bodyPr>
          <a:lstStyle>
            <a:lvl1pPr algn="l">
              <a:defRPr sz="4800" b="1">
                <a:solidFill>
                  <a:schemeClr val="tx1"/>
                </a:solidFill>
                <a:latin typeface="UD デジタル 教科書体 NP-B" panose="02020700000000000000" pitchFamily="18" charset="-128"/>
                <a:ea typeface="UD デジタル 教科書体 NP-B" panose="02020700000000000000" pitchFamily="18" charset="-128"/>
              </a:defRPr>
            </a:lvl1pPr>
          </a:lstStyle>
          <a:p>
            <a:r>
              <a:rPr kumimoji="1" lang="ja-JP" altLang="en-US"/>
              <a:t>発表の内容と構成が想像できる</a:t>
            </a:r>
            <a:br>
              <a:rPr kumimoji="1" lang="en-US" altLang="ja-JP"/>
            </a:br>
            <a:r>
              <a:rPr kumimoji="1" lang="ja-JP" altLang="en-US"/>
              <a:t>発表題目をここに書く．</a:t>
            </a:r>
            <a:br>
              <a:rPr kumimoji="1" lang="en-US" altLang="ja-JP"/>
            </a:br>
            <a:r>
              <a:rPr kumimoji="1" lang="ja-JP" altLang="en-US"/>
              <a:t>単語の途中で改行しない．</a:t>
            </a:r>
          </a:p>
        </p:txBody>
      </p:sp>
      <p:sp>
        <p:nvSpPr>
          <p:cNvPr id="3" name="サブタイトル 2"/>
          <p:cNvSpPr>
            <a:spLocks noGrp="1"/>
          </p:cNvSpPr>
          <p:nvPr>
            <p:ph type="subTitle" idx="1" hasCustomPrompt="1"/>
          </p:nvPr>
        </p:nvSpPr>
        <p:spPr>
          <a:xfrm>
            <a:off x="1524000" y="4433888"/>
            <a:ext cx="9144000" cy="561975"/>
          </a:xfrm>
        </p:spPr>
        <p:txBody>
          <a:bodyPr>
            <a:noAutofit/>
          </a:bodyPr>
          <a:lstStyle>
            <a:lvl1pPr marL="0" indent="0" algn="l">
              <a:buNone/>
              <a:defRPr sz="3600">
                <a:latin typeface="UD デジタル 教科書体 NP-B" panose="02020700000000000000" pitchFamily="18" charset="-128"/>
                <a:ea typeface="UD デジタル 教科書体 NP-B" panose="02020700000000000000" pitchFamily="18"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発表者名</a:t>
            </a:r>
            <a:endParaRPr kumimoji="1" lang="en-US" altLang="ja-JP"/>
          </a:p>
        </p:txBody>
      </p:sp>
      <p:sp>
        <p:nvSpPr>
          <p:cNvPr id="11" name="テキスト プレースホルダー 10"/>
          <p:cNvSpPr>
            <a:spLocks noGrp="1"/>
          </p:cNvSpPr>
          <p:nvPr>
            <p:ph type="body" sz="quarter" idx="11" hasCustomPrompt="1"/>
          </p:nvPr>
        </p:nvSpPr>
        <p:spPr>
          <a:xfrm>
            <a:off x="1524000" y="5314950"/>
            <a:ext cx="9144000" cy="469900"/>
          </a:xfrm>
        </p:spPr>
        <p:txBody>
          <a:bodyPr/>
          <a:lstStyle>
            <a:lvl1pPr marL="0" indent="0" algn="l">
              <a:buNone/>
              <a:defRPr>
                <a:latin typeface="UD デジタル 教科書体 NP-B" panose="02020700000000000000" pitchFamily="18" charset="-128"/>
                <a:ea typeface="UD デジタル 教科書体 NP-B" panose="02020700000000000000" pitchFamily="18" charset="-128"/>
              </a:defRPr>
            </a:lvl1pPr>
          </a:lstStyle>
          <a:p>
            <a:pPr lvl="0"/>
            <a:r>
              <a:rPr kumimoji="1" lang="ja-JP" altLang="en-US"/>
              <a:t>身分や所属など．関連する</a:t>
            </a:r>
            <a:r>
              <a:rPr kumimoji="1" lang="en-US" altLang="ja-JP"/>
              <a:t>SNS</a:t>
            </a:r>
            <a:r>
              <a:rPr kumimoji="1" lang="ja-JP" altLang="en-US"/>
              <a:t>アカウントなども．</a:t>
            </a:r>
          </a:p>
        </p:txBody>
      </p:sp>
      <p:cxnSp>
        <p:nvCxnSpPr>
          <p:cNvPr id="13" name="直線コネクタ 12"/>
          <p:cNvCxnSpPr/>
          <p:nvPr userDrawn="1"/>
        </p:nvCxnSpPr>
        <p:spPr>
          <a:xfrm flipV="1">
            <a:off x="0" y="41148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a:t>会議名と日程を書いておく</a:t>
            </a:r>
          </a:p>
        </p:txBody>
      </p:sp>
    </p:spTree>
    <p:extLst>
      <p:ext uri="{BB962C8B-B14F-4D97-AF65-F5344CB8AC3E}">
        <p14:creationId xmlns:p14="http://schemas.microsoft.com/office/powerpoint/2010/main" val="23664634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30828" y="683622"/>
            <a:ext cx="11099800" cy="938159"/>
          </a:xfrm>
        </p:spPr>
        <p:txBody>
          <a:bodyPr>
            <a:noAutofit/>
          </a:bodyPr>
          <a:lstStyle>
            <a:lvl1pPr>
              <a:defRPr sz="3600" b="1">
                <a:solidFill>
                  <a:schemeClr val="tx1"/>
                </a:solidFill>
                <a:latin typeface="UD デジタル 教科書体 NP-B" panose="02020700000000000000" pitchFamily="18" charset="-128"/>
                <a:ea typeface="UD デジタル 教科書体 NP-B" panose="02020700000000000000" pitchFamily="18" charset="-128"/>
              </a:defRPr>
            </a:lvl1pPr>
          </a:lstStyle>
          <a:p>
            <a:r>
              <a:rPr kumimoji="1" lang="ja-JP" altLang="en-US"/>
              <a:t>話題について伝えるべきメッセージ（問いの答え）</a:t>
            </a:r>
          </a:p>
        </p:txBody>
      </p:sp>
      <p:sp>
        <p:nvSpPr>
          <p:cNvPr id="3" name="コンテンツ プレースホルダー 2"/>
          <p:cNvSpPr>
            <a:spLocks noGrp="1"/>
          </p:cNvSpPr>
          <p:nvPr>
            <p:ph idx="1" hasCustomPrompt="1"/>
          </p:nvPr>
        </p:nvSpPr>
        <p:spPr>
          <a:xfrm>
            <a:off x="530828" y="1758472"/>
            <a:ext cx="11099800" cy="4901687"/>
          </a:xfrm>
        </p:spPr>
        <p:txBody>
          <a:bodyPr/>
          <a:lstStyle>
            <a:lvl1pPr marL="457200" indent="-457200">
              <a:buFont typeface="Wingdings" panose="05000000000000000000" pitchFamily="2" charset="2"/>
              <a:buChar char="l"/>
              <a:defRPr>
                <a:solidFill>
                  <a:schemeClr val="tx1"/>
                </a:solidFill>
                <a:latin typeface="UD デジタル 教科書体 NP-B" panose="02020700000000000000" pitchFamily="18" charset="-128"/>
                <a:ea typeface="UD デジタル 教科書体 NP-B" panose="02020700000000000000" pitchFamily="18"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solidFill>
                  <a:schemeClr val="tx1"/>
                </a:solidFill>
                <a:latin typeface="UD デジタル 教科書体 NP-B" panose="02020700000000000000" pitchFamily="18" charset="-128"/>
                <a:ea typeface="UD デジタル 教科書体 NP-B" panose="02020700000000000000" pitchFamily="18" charset="-128"/>
              </a:defRPr>
            </a:lvl2pPr>
            <a:lvl3pPr>
              <a:defRPr>
                <a:solidFill>
                  <a:schemeClr val="tx1"/>
                </a:solidFill>
                <a:latin typeface="UD デジタル 教科書体 NP-B" panose="02020700000000000000" pitchFamily="18" charset="-128"/>
                <a:ea typeface="UD デジタル 教科書体 NP-B" panose="02020700000000000000" pitchFamily="18" charset="-128"/>
              </a:defRPr>
            </a:lvl3pPr>
            <a:lvl4pPr>
              <a:defRPr>
                <a:solidFill>
                  <a:schemeClr val="tx1"/>
                </a:solidFill>
                <a:latin typeface="UD デジタル 教科書体 NP-B" panose="02020700000000000000" pitchFamily="18" charset="-128"/>
                <a:ea typeface="UD デジタル 教科書体 NP-B" panose="02020700000000000000" pitchFamily="18" charset="-128"/>
              </a:defRPr>
            </a:lvl4pPr>
            <a:lvl5pPr>
              <a:defRPr>
                <a:solidFill>
                  <a:schemeClr val="tx1"/>
                </a:solidFill>
                <a:latin typeface="UD デジタル 教科書体 NP-B" panose="02020700000000000000" pitchFamily="18" charset="-128"/>
                <a:ea typeface="UD デジタル 教科書体 NP-B" panose="02020700000000000000" pitchFamily="18" charset="-128"/>
              </a:defRPr>
            </a:lvl5pPr>
          </a:lstStyle>
          <a:p>
            <a:pPr lvl="0"/>
            <a:r>
              <a:rPr kumimoji="1" lang="ja-JP" altLang="en-US"/>
              <a:t>メッセージの補足説明（根拠／解説／具体例）</a:t>
            </a:r>
            <a:endParaRPr kumimoji="1" lang="en-US" altLang="ja-JP"/>
          </a:p>
          <a:p>
            <a:pPr lvl="1"/>
            <a:r>
              <a:rPr kumimoji="1" lang="ja-JP" altLang="en-US"/>
              <a:t>第２段</a:t>
            </a:r>
            <a:endParaRPr kumimoji="1" lang="en-US" altLang="ja-JP"/>
          </a:p>
          <a:p>
            <a:pPr lvl="2"/>
            <a:r>
              <a:rPr kumimoji="1" lang="ja-JP" altLang="en-US"/>
              <a:t>第３段</a:t>
            </a:r>
            <a:endParaRPr kumimoji="1" lang="en-US" altLang="ja-JP"/>
          </a:p>
          <a:p>
            <a:pPr lvl="3"/>
            <a:r>
              <a:rPr kumimoji="1" lang="ja-JP" altLang="en-US"/>
              <a:t>第４段</a:t>
            </a:r>
            <a:endParaRPr kumimoji="1" lang="en-US" altLang="ja-JP"/>
          </a:p>
          <a:p>
            <a:pPr lvl="4"/>
            <a:r>
              <a:rPr kumimoji="1" lang="ja-JP" altLang="en-US"/>
              <a:t>第５弾</a:t>
            </a:r>
            <a:endParaRPr kumimoji="1" lang="en-US" altLang="ja-JP"/>
          </a:p>
          <a:p>
            <a:pPr lvl="3"/>
            <a:endParaRPr kumimoji="1" lang="en-US" altLang="ja-JP"/>
          </a:p>
          <a:p>
            <a:pPr lvl="3"/>
            <a:endParaRPr kumimoji="1" lang="en-US" altLang="ja-JP"/>
          </a:p>
          <a:p>
            <a:pPr lvl="1"/>
            <a:endParaRPr kumimoji="1" lang="en-US" altLang="ja-JP"/>
          </a:p>
          <a:p>
            <a:pPr lvl="0"/>
            <a:endParaRPr kumimoji="1" lang="en-US" altLang="ja-JP"/>
          </a:p>
          <a:p>
            <a:pPr lvl="0"/>
            <a:endParaRPr kumimoji="1" lang="en-US" altLang="ja-JP"/>
          </a:p>
          <a:p>
            <a:pPr lvl="1"/>
            <a:endParaRPr kumimoji="1" lang="en-US" altLang="ja-JP"/>
          </a:p>
        </p:txBody>
      </p:sp>
      <p:sp>
        <p:nvSpPr>
          <p:cNvPr id="18" name="テキスト プレースホルダー 17"/>
          <p:cNvSpPr>
            <a:spLocks noGrp="1"/>
          </p:cNvSpPr>
          <p:nvPr>
            <p:ph type="body" sz="quarter" idx="11" hasCustomPrompt="1"/>
          </p:nvPr>
        </p:nvSpPr>
        <p:spPr>
          <a:xfrm>
            <a:off x="175228" y="0"/>
            <a:ext cx="11455400" cy="380997"/>
          </a:xfrm>
        </p:spPr>
        <p:txBody>
          <a:bodyPr>
            <a:noAutofit/>
          </a:bodyPr>
          <a:lstStyle>
            <a:lvl1pPr marL="0" indent="0">
              <a:buNone/>
              <a:defRPr sz="1800" b="0">
                <a:solidFill>
                  <a:schemeClr val="tx1"/>
                </a:solidFill>
                <a:latin typeface="UD デジタル 教科書体 NP-B" panose="02020700000000000000" pitchFamily="18" charset="-128"/>
                <a:ea typeface="UD デジタル 教科書体 NP-B" panose="02020700000000000000" pitchFamily="18"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スライドの話題＝問い</a:t>
            </a:r>
            <a:r>
              <a:rPr kumimoji="1" lang="en-US" altLang="ja-JP"/>
              <a:t>=</a:t>
            </a:r>
            <a:r>
              <a:rPr kumimoji="1" lang="ja-JP" altLang="en-US"/>
              <a:t>論点</a:t>
            </a:r>
            <a:endParaRPr kumimoji="1" lang="en-US" altLang="ja-JP"/>
          </a:p>
        </p:txBody>
      </p:sp>
      <p:cxnSp>
        <p:nvCxnSpPr>
          <p:cNvPr id="26" name="直線コネクタ 25"/>
          <p:cNvCxnSpPr/>
          <p:nvPr userDrawn="1"/>
        </p:nvCxnSpPr>
        <p:spPr>
          <a:xfrm>
            <a:off x="0" y="449032"/>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082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81481" y="114130"/>
            <a:ext cx="12110519" cy="483400"/>
          </a:xfrm>
        </p:spPr>
        <p:txBody>
          <a:bodyPr>
            <a:noAutofit/>
          </a:bodyPr>
          <a:lstStyle>
            <a:lvl1pPr algn="ctr">
              <a:defRPr sz="2400" b="1">
                <a:solidFill>
                  <a:schemeClr val="tx1"/>
                </a:solidFill>
                <a:latin typeface="UD デジタル 教科書体 NP-B" panose="02020700000000000000" pitchFamily="18" charset="-128"/>
                <a:ea typeface="UD デジタル 教科書体 NP-B" panose="02020700000000000000" pitchFamily="18" charset="-128"/>
              </a:defRPr>
            </a:lvl1pPr>
          </a:lstStyle>
          <a:p>
            <a:r>
              <a:rPr kumimoji="1" lang="ja-JP" altLang="en-US"/>
              <a:t>話題について伝えるべきメッセージ（問いの答え）</a:t>
            </a:r>
          </a:p>
        </p:txBody>
      </p:sp>
    </p:spTree>
    <p:extLst>
      <p:ext uri="{BB962C8B-B14F-4D97-AF65-F5344CB8AC3E}">
        <p14:creationId xmlns:p14="http://schemas.microsoft.com/office/powerpoint/2010/main" val="2790322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1580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10000"/>
          </a:schemeClr>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UD デジタル 教科書体 N-B" panose="02020700000000000000" pitchFamily="17" charset="-128"/>
                <a:ea typeface="UD デジタル 教科書体 N-B" panose="02020700000000000000" pitchFamily="17" charset="-128"/>
              </a:defRPr>
            </a:lvl1pPr>
          </a:lstStyle>
          <a:p>
            <a:fld id="{B7BAF030-86AC-4BA0-B9C6-3243C593BCFC}" type="datetimeFigureOut">
              <a:rPr lang="ja-JP" altLang="en-US" smtClean="0"/>
              <a:pPr/>
              <a:t>2026/9/18</a:t>
            </a:fld>
            <a:endParaRPr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UD デジタル 教科書体 N-B" panose="02020700000000000000" pitchFamily="17" charset="-128"/>
                <a:ea typeface="UD デジタル 教科書体 N-B" panose="02020700000000000000" pitchFamily="17" charset="-128"/>
              </a:defRPr>
            </a:lvl1pPr>
          </a:lstStyle>
          <a:p>
            <a:endParaRPr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UD デジタル 教科書体 N-B" panose="02020700000000000000" pitchFamily="17" charset="-128"/>
                <a:ea typeface="UD デジタル 教科書体 N-B" panose="02020700000000000000" pitchFamily="17" charset="-128"/>
              </a:defRPr>
            </a:lvl1pPr>
          </a:lstStyle>
          <a:p>
            <a:fld id="{B71B92D0-3845-473E-8E13-C70357A36CF6}" type="slidenum">
              <a:rPr lang="ja-JP" altLang="en-US" smtClean="0"/>
              <a:pPr/>
              <a:t>‹#›</a:t>
            </a:fld>
            <a:endParaRPr lang="ja-JP" altLang="en-US"/>
          </a:p>
        </p:txBody>
      </p:sp>
    </p:spTree>
    <p:extLst>
      <p:ext uri="{BB962C8B-B14F-4D97-AF65-F5344CB8AC3E}">
        <p14:creationId xmlns:p14="http://schemas.microsoft.com/office/powerpoint/2010/main" val="37448682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4" r:id="rId3"/>
    <p:sldLayoutId id="2147483663" r:id="rId4"/>
  </p:sldLayoutIdLst>
  <p:txStyles>
    <p:titleStyle>
      <a:lvl1pPr algn="l" defTabSz="914400" rtl="0" eaLnBrk="1" latinLnBrk="0" hangingPunct="1">
        <a:lnSpc>
          <a:spcPct val="90000"/>
        </a:lnSpc>
        <a:spcBef>
          <a:spcPct val="0"/>
        </a:spcBef>
        <a:buNone/>
        <a:defRPr kumimoji="1" sz="4400" kern="1200">
          <a:solidFill>
            <a:schemeClr val="tx1"/>
          </a:solidFill>
          <a:latin typeface="UD デジタル 教科書体 NP-B" panose="02020700000000000000" pitchFamily="18" charset="-128"/>
          <a:ea typeface="UD デジタル 教科書体 NP-B" panose="02020700000000000000" pitchFamily="18" charset="-128"/>
          <a:cs typeface="+mj-cs"/>
        </a:defRPr>
      </a:lvl1pPr>
    </p:titleStyle>
    <p:body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UD デジタル 教科書体 NP-B" panose="02020700000000000000" pitchFamily="18" charset="-128"/>
          <a:ea typeface="UD デジタル 教科書体 NP-B" panose="02020700000000000000" pitchFamily="18"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1"/>
          </a:solidFill>
          <a:latin typeface="UD デジタル 教科書体 NP-B" panose="02020700000000000000" pitchFamily="18" charset="-128"/>
          <a:ea typeface="UD デジタル 教科書体 NP-B" panose="02020700000000000000" pitchFamily="18"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1"/>
          </a:solidFill>
          <a:latin typeface="UD デジタル 教科書体 NP-B" panose="02020700000000000000" pitchFamily="18" charset="-128"/>
          <a:ea typeface="UD デジタル 教科書体 NP-B" panose="02020700000000000000" pitchFamily="18" charset="-128"/>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1"/>
          </a:solidFill>
          <a:latin typeface="UD デジタル 教科書体 NP-B" panose="02020700000000000000" pitchFamily="18" charset="-128"/>
          <a:ea typeface="UD デジタル 教科書体 NP-B" panose="02020700000000000000" pitchFamily="18" charset="-128"/>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1"/>
          </a:solidFill>
          <a:latin typeface="UD デジタル 教科書体 NP-B" panose="02020700000000000000" pitchFamily="18" charset="-128"/>
          <a:ea typeface="UD デジタル 教科書体 NP-B" panose="020207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2E132-7D70-393A-AB4E-B3A58CE387FE}"/>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CE7682F-66A4-375F-A228-1706089CB2C6}"/>
              </a:ext>
            </a:extLst>
          </p:cNvPr>
          <p:cNvSpPr/>
          <p:nvPr/>
        </p:nvSpPr>
        <p:spPr>
          <a:xfrm>
            <a:off x="335532" y="-152816"/>
            <a:ext cx="4366008" cy="4907695"/>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ja-JP" altLang="en-US" sz="2400" dirty="0">
                <a:solidFill>
                  <a:srgbClr val="FFFFFF"/>
                </a:solidFill>
              </a:rPr>
              <a:t>チャイムが鳴った瞬間</a:t>
            </a:r>
            <a:endParaRPr lang="en-US" altLang="ja-JP" sz="2400" dirty="0">
              <a:solidFill>
                <a:srgbClr val="FFFFFF"/>
              </a:solidFill>
            </a:endParaRPr>
          </a:p>
          <a:p>
            <a:pPr>
              <a:lnSpc>
                <a:spcPct val="150000"/>
              </a:lnSpc>
            </a:pPr>
            <a:r>
              <a:rPr lang="ja-JP" altLang="en-US" sz="2400" dirty="0">
                <a:solidFill>
                  <a:srgbClr val="FFFFFF"/>
                </a:solidFill>
              </a:rPr>
              <a:t>素早く出席番号の位置に</a:t>
            </a:r>
            <a:endParaRPr lang="en-US" altLang="ja-JP" sz="2400" dirty="0">
              <a:solidFill>
                <a:srgbClr val="FFFFFF"/>
              </a:solidFill>
            </a:endParaRPr>
          </a:p>
          <a:p>
            <a:pPr>
              <a:lnSpc>
                <a:spcPct val="150000"/>
              </a:lnSpc>
            </a:pPr>
            <a:r>
              <a:rPr lang="ja-JP" altLang="en-US" sz="2400" dirty="0">
                <a:solidFill>
                  <a:srgbClr val="FFFFFF"/>
                </a:solidFill>
              </a:rPr>
              <a:t>移動</a:t>
            </a:r>
            <a:r>
              <a:rPr lang="ja-JP" altLang="en-US" sz="2400">
                <a:solidFill>
                  <a:srgbClr val="FFFFFF"/>
                </a:solidFill>
              </a:rPr>
              <a:t>してください</a:t>
            </a:r>
            <a:endParaRPr lang="en-US" altLang="ja-JP" sz="2400" dirty="0">
              <a:solidFill>
                <a:srgbClr val="FFFFFF"/>
              </a:solidFill>
            </a:endParaRPr>
          </a:p>
          <a:p>
            <a:pPr>
              <a:lnSpc>
                <a:spcPct val="150000"/>
              </a:lnSpc>
            </a:pPr>
            <a:endParaRPr lang="en-US" altLang="ja-JP" sz="2400" dirty="0">
              <a:solidFill>
                <a:srgbClr val="FFFFFF"/>
              </a:solidFill>
            </a:endParaRPr>
          </a:p>
          <a:p>
            <a:pPr>
              <a:lnSpc>
                <a:spcPct val="150000"/>
              </a:lnSpc>
            </a:pPr>
            <a:r>
              <a:rPr lang="ja-JP" altLang="en-US" sz="2400">
                <a:solidFill>
                  <a:srgbClr val="FFFFFF"/>
                </a:solidFill>
              </a:rPr>
              <a:t>＊机は変えなくて大丈夫です</a:t>
            </a:r>
            <a:endParaRPr lang="en-US" altLang="ja-JP" sz="2400" dirty="0">
              <a:solidFill>
                <a:srgbClr val="FFFFFF"/>
              </a:solidFill>
            </a:endParaRPr>
          </a:p>
          <a:p>
            <a:pPr>
              <a:lnSpc>
                <a:spcPct val="150000"/>
              </a:lnSpc>
            </a:pPr>
            <a:r>
              <a:rPr lang="ja-JP" altLang="en-US" sz="2400">
                <a:solidFill>
                  <a:srgbClr val="FFFFFF"/>
                </a:solidFill>
              </a:rPr>
              <a:t>＊隣と席を繋げてください</a:t>
            </a:r>
            <a:endParaRPr lang="en-US" altLang="ja-JP" sz="2400" dirty="0">
              <a:solidFill>
                <a:srgbClr val="FFFFFF"/>
              </a:solidFill>
            </a:endParaRPr>
          </a:p>
        </p:txBody>
      </p:sp>
      <p:pic>
        <p:nvPicPr>
          <p:cNvPr id="4" name="図 3">
            <a:extLst>
              <a:ext uri="{FF2B5EF4-FFF2-40B4-BE49-F238E27FC236}">
                <a16:creationId xmlns:a16="http://schemas.microsoft.com/office/drawing/2014/main" id="{365F07F0-EE4D-95A8-E04C-5BCD41E7AFED}"/>
              </a:ext>
            </a:extLst>
          </p:cNvPr>
          <p:cNvPicPr>
            <a:picLocks noChangeAspect="1"/>
          </p:cNvPicPr>
          <p:nvPr/>
        </p:nvPicPr>
        <p:blipFill>
          <a:blip r:embed="rId2"/>
          <a:stretch>
            <a:fillRect/>
          </a:stretch>
        </p:blipFill>
        <p:spPr>
          <a:xfrm>
            <a:off x="5511800" y="200891"/>
            <a:ext cx="6426200" cy="6248400"/>
          </a:xfrm>
          <a:prstGeom prst="rect">
            <a:avLst/>
          </a:prstGeom>
        </p:spPr>
      </p:pic>
    </p:spTree>
    <p:extLst>
      <p:ext uri="{BB962C8B-B14F-4D97-AF65-F5344CB8AC3E}">
        <p14:creationId xmlns:p14="http://schemas.microsoft.com/office/powerpoint/2010/main" val="154940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BE53-2ED6-50EF-2787-61168B59B9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2509E7-43ED-6D38-E453-F13E8D3DDCCB}"/>
              </a:ext>
            </a:extLst>
          </p:cNvPr>
          <p:cNvSpPr>
            <a:spLocks noGrp="1"/>
          </p:cNvSpPr>
          <p:nvPr>
            <p:ph type="ctrTitle"/>
          </p:nvPr>
        </p:nvSpPr>
        <p:spPr>
          <a:xfrm>
            <a:off x="1127413" y="1288614"/>
            <a:ext cx="9937173" cy="2387600"/>
          </a:xfrm>
        </p:spPr>
        <p:txBody>
          <a:bodyPr/>
          <a:lstStyle/>
          <a:p>
            <a:r>
              <a:rPr lang="ja-JP" altLang="en-US" dirty="0"/>
              <a:t>大正デモクラシーと護憲運動</a:t>
            </a:r>
            <a:endParaRPr kumimoji="1" lang="ja-JP" altLang="en-US" dirty="0"/>
          </a:p>
        </p:txBody>
      </p:sp>
      <p:sp>
        <p:nvSpPr>
          <p:cNvPr id="3" name="字幕 2">
            <a:extLst>
              <a:ext uri="{FF2B5EF4-FFF2-40B4-BE49-F238E27FC236}">
                <a16:creationId xmlns:a16="http://schemas.microsoft.com/office/drawing/2014/main" id="{6AA7E17C-844E-21C1-28E3-2E4BA107561A}"/>
              </a:ext>
            </a:extLst>
          </p:cNvPr>
          <p:cNvSpPr>
            <a:spLocks noGrp="1"/>
          </p:cNvSpPr>
          <p:nvPr>
            <p:ph type="subTitle" idx="1"/>
          </p:nvPr>
        </p:nvSpPr>
        <p:spPr>
          <a:xfrm>
            <a:off x="1299147" y="4433888"/>
            <a:ext cx="9144000" cy="561975"/>
          </a:xfrm>
        </p:spPr>
        <p:txBody>
          <a:bodyPr/>
          <a:lstStyle/>
          <a:p>
            <a:r>
              <a:rPr kumimoji="1" lang="ja-JP" altLang="en-US" dirty="0"/>
              <a:t>歴史総合</a:t>
            </a:r>
          </a:p>
        </p:txBody>
      </p:sp>
      <p:sp>
        <p:nvSpPr>
          <p:cNvPr id="5" name="テキスト プレースホルダー 4">
            <a:extLst>
              <a:ext uri="{FF2B5EF4-FFF2-40B4-BE49-F238E27FC236}">
                <a16:creationId xmlns:a16="http://schemas.microsoft.com/office/drawing/2014/main" id="{A2A93468-BFAC-249C-3B1D-E1C8759FB91E}"/>
              </a:ext>
            </a:extLst>
          </p:cNvPr>
          <p:cNvSpPr>
            <a:spLocks noGrp="1"/>
          </p:cNvSpPr>
          <p:nvPr>
            <p:ph type="body" sz="quarter" idx="12"/>
          </p:nvPr>
        </p:nvSpPr>
        <p:spPr/>
        <p:txBody>
          <a:bodyPr/>
          <a:lstStyle/>
          <a:p>
            <a:endParaRPr kumimoji="1" lang="ja-JP" altLang="en-US"/>
          </a:p>
        </p:txBody>
      </p:sp>
    </p:spTree>
    <p:extLst>
      <p:ext uri="{BB962C8B-B14F-4D97-AF65-F5344CB8AC3E}">
        <p14:creationId xmlns:p14="http://schemas.microsoft.com/office/powerpoint/2010/main" val="16418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90EBF-34B2-2F12-28E1-B7382922D05C}"/>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7BFFA1D2-CF9E-84EE-79A6-C7E48DF99877}"/>
              </a:ext>
            </a:extLst>
          </p:cNvPr>
          <p:cNvSpPr>
            <a:spLocks noGrp="1"/>
          </p:cNvSpPr>
          <p:nvPr>
            <p:ph type="body" sz="quarter" idx="11"/>
          </p:nvPr>
        </p:nvSpPr>
        <p:spPr>
          <a:xfrm>
            <a:off x="108126" y="59970"/>
            <a:ext cx="10286175" cy="469900"/>
          </a:xfrm>
        </p:spPr>
        <p:txBody>
          <a:bodyPr>
            <a:normAutofit/>
          </a:bodyPr>
          <a:lstStyle/>
          <a:p>
            <a:r>
              <a:rPr lang="ja-JP" altLang="en-US"/>
              <a:t>おしながき</a:t>
            </a:r>
            <a:endParaRPr kumimoji="1" lang="en-US" altLang="ja-JP"/>
          </a:p>
        </p:txBody>
      </p:sp>
      <p:sp>
        <p:nvSpPr>
          <p:cNvPr id="5" name="正方形/長方形 4">
            <a:extLst>
              <a:ext uri="{FF2B5EF4-FFF2-40B4-BE49-F238E27FC236}">
                <a16:creationId xmlns:a16="http://schemas.microsoft.com/office/drawing/2014/main" id="{6FC59569-5F83-2421-0BBF-7926350AF804}"/>
              </a:ext>
            </a:extLst>
          </p:cNvPr>
          <p:cNvSpPr/>
          <p:nvPr/>
        </p:nvSpPr>
        <p:spPr>
          <a:xfrm>
            <a:off x="358382" y="871707"/>
            <a:ext cx="12092378" cy="782102"/>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ja-JP" altLang="en-US" sz="2200" dirty="0">
                <a:solidFill>
                  <a:srgbClr val="FFFFFF"/>
                </a:solidFill>
              </a:rPr>
              <a:t>★大正デモクラシーとは何か理解しよう</a:t>
            </a:r>
          </a:p>
        </p:txBody>
      </p:sp>
      <p:sp>
        <p:nvSpPr>
          <p:cNvPr id="6" name="正方形/長方形 5">
            <a:extLst>
              <a:ext uri="{FF2B5EF4-FFF2-40B4-BE49-F238E27FC236}">
                <a16:creationId xmlns:a16="http://schemas.microsoft.com/office/drawing/2014/main" id="{5E37A703-EFFA-A2BB-1DA8-6BFC9A101F84}"/>
              </a:ext>
            </a:extLst>
          </p:cNvPr>
          <p:cNvSpPr/>
          <p:nvPr/>
        </p:nvSpPr>
        <p:spPr>
          <a:xfrm>
            <a:off x="1325034" y="1653809"/>
            <a:ext cx="12092378" cy="782102"/>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ja-JP" altLang="en-US" sz="2200" dirty="0">
                <a:solidFill>
                  <a:srgbClr val="FFFFFF"/>
                </a:solidFill>
              </a:rPr>
              <a:t>護憲運動によって内閣がどう変わったか確認しよう</a:t>
            </a:r>
          </a:p>
        </p:txBody>
      </p:sp>
      <p:sp>
        <p:nvSpPr>
          <p:cNvPr id="7" name="正方形/長方形 6">
            <a:extLst>
              <a:ext uri="{FF2B5EF4-FFF2-40B4-BE49-F238E27FC236}">
                <a16:creationId xmlns:a16="http://schemas.microsoft.com/office/drawing/2014/main" id="{0A4EE89C-8343-C95F-CC57-72589E8EE1D9}"/>
              </a:ext>
            </a:extLst>
          </p:cNvPr>
          <p:cNvSpPr/>
          <p:nvPr/>
        </p:nvSpPr>
        <p:spPr>
          <a:xfrm>
            <a:off x="1325034" y="2435911"/>
            <a:ext cx="11814975" cy="782102"/>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ja-JP" altLang="en-US" sz="2200" dirty="0">
                <a:solidFill>
                  <a:srgbClr val="FFFFFF"/>
                </a:solidFill>
              </a:rPr>
              <a:t>普通選挙法と治安維持法が同時に作られた理由を考えよう</a:t>
            </a:r>
          </a:p>
        </p:txBody>
      </p:sp>
      <p:sp>
        <p:nvSpPr>
          <p:cNvPr id="8" name="矢印: 折線 7">
            <a:extLst>
              <a:ext uri="{FF2B5EF4-FFF2-40B4-BE49-F238E27FC236}">
                <a16:creationId xmlns:a16="http://schemas.microsoft.com/office/drawing/2014/main" id="{D68F494F-ABE8-457E-2357-AB298D6CB4DB}"/>
              </a:ext>
            </a:extLst>
          </p:cNvPr>
          <p:cNvSpPr/>
          <p:nvPr/>
        </p:nvSpPr>
        <p:spPr>
          <a:xfrm flipV="1">
            <a:off x="849270" y="1814589"/>
            <a:ext cx="277403" cy="362114"/>
          </a:xfrm>
          <a:prstGeom prst="bentArrow">
            <a:avLst/>
          </a:prstGeom>
          <a:solidFill>
            <a:schemeClr val="tx1"/>
          </a:solidFill>
          <a:ln w="28575">
            <a:solidFill>
              <a:srgbClr val="98F0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矢印: 折線 8">
            <a:extLst>
              <a:ext uri="{FF2B5EF4-FFF2-40B4-BE49-F238E27FC236}">
                <a16:creationId xmlns:a16="http://schemas.microsoft.com/office/drawing/2014/main" id="{C2D5B6BC-9554-A954-C544-AB90C7A8F5FF}"/>
              </a:ext>
            </a:extLst>
          </p:cNvPr>
          <p:cNvSpPr/>
          <p:nvPr/>
        </p:nvSpPr>
        <p:spPr>
          <a:xfrm flipV="1">
            <a:off x="849270" y="2596691"/>
            <a:ext cx="277403" cy="362114"/>
          </a:xfrm>
          <a:prstGeom prst="bentArrow">
            <a:avLst/>
          </a:prstGeom>
          <a:solidFill>
            <a:schemeClr val="tx1"/>
          </a:solidFill>
          <a:ln w="28575">
            <a:solidFill>
              <a:srgbClr val="98F0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69887300"/>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1463040"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１．</a:t>
            </a:r>
          </a:p>
        </p:txBody>
      </p:sp>
      <p:sp>
        <p:nvSpPr>
          <p:cNvPr id="6" name="TextBox 5"/>
          <p:cNvSpPr txBox="1"/>
          <p:nvPr/>
        </p:nvSpPr>
        <p:spPr>
          <a:xfrm>
            <a:off x="2057400" y="548640"/>
            <a:ext cx="9765792" cy="777240"/>
          </a:xfrm>
          <a:prstGeom prst="rect">
            <a:avLst/>
          </a:prstGeom>
          <a:noFill/>
        </p:spPr>
        <p:txBody>
          <a:bodyPr wrap="square" anchor="ctr">
            <a:spAutoFit/>
          </a:bodyPr>
          <a:lstStyle/>
          <a:p>
            <a:pPr>
              <a:lnSpc>
                <a:spcPct val="100000"/>
              </a:lnSpc>
            </a:pPr>
            <a:r>
              <a:rPr lang="ja-JP" sz="2800" u="sng">
                <a:latin typeface="+mj-ea"/>
                <a:ea typeface="+mj-ea"/>
              </a:rPr>
              <a:t>大正デモクラシーとは何だろう</a:t>
            </a:r>
          </a:p>
        </p:txBody>
      </p:sp>
      <p:sp>
        <p:nvSpPr>
          <p:cNvPr id="7" name="Rounded Rectangle 6"/>
          <p:cNvSpPr/>
          <p:nvPr/>
        </p:nvSpPr>
        <p:spPr>
          <a:xfrm>
            <a:off x="365760" y="1737360"/>
            <a:ext cx="3291840" cy="1188720"/>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lnSpc>
                <a:spcPct val="125000"/>
              </a:lnSpc>
            </a:pPr>
            <a:r>
              <a:rPr lang="ja-JP" sz="2600" b="1">
                <a:solidFill>
                  <a:srgbClr val="1A1A1A"/>
                </a:solidFill>
                <a:latin typeface="+mj-ea"/>
                <a:ea typeface="+mj-ea"/>
              </a:rPr>
              <a:t>①大正時代前期</a:t>
            </a:r>
          </a:p>
        </p:txBody>
      </p:sp>
      <p:sp>
        <p:nvSpPr>
          <p:cNvPr id="8" name="Rounded Rectangle 7"/>
          <p:cNvSpPr/>
          <p:nvPr/>
        </p:nvSpPr>
        <p:spPr>
          <a:xfrm>
            <a:off x="3840480" y="1737360"/>
            <a:ext cx="7982712" cy="1188720"/>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25000"/>
              </a:lnSpc>
            </a:pPr>
            <a:r>
              <a:rPr lang="ja-JP" sz="2400">
                <a:solidFill>
                  <a:srgbClr val="FFFFFF"/>
                </a:solidFill>
                <a:latin typeface="+mj-ea"/>
                <a:ea typeface="+mj-ea"/>
              </a:rPr>
              <a:t>第1次護憲運動の時期（内閣：西園寺、桂、山本）</a:t>
            </a:r>
          </a:p>
        </p:txBody>
      </p:sp>
      <p:sp>
        <p:nvSpPr>
          <p:cNvPr id="9" name="Rounded Rectangle 8"/>
          <p:cNvSpPr/>
          <p:nvPr/>
        </p:nvSpPr>
        <p:spPr>
          <a:xfrm>
            <a:off x="365760" y="3246120"/>
            <a:ext cx="3291840" cy="1188720"/>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lnSpc>
                <a:spcPct val="125000"/>
              </a:lnSpc>
            </a:pPr>
            <a:r>
              <a:rPr lang="ja-JP" sz="2600" b="1">
                <a:solidFill>
                  <a:srgbClr val="1A1A1A"/>
                </a:solidFill>
                <a:latin typeface="+mj-ea"/>
                <a:ea typeface="+mj-ea"/>
              </a:rPr>
              <a:t>②大正時代中期</a:t>
            </a:r>
          </a:p>
        </p:txBody>
      </p:sp>
      <p:sp>
        <p:nvSpPr>
          <p:cNvPr id="10" name="Rounded Rectangle 9"/>
          <p:cNvSpPr/>
          <p:nvPr/>
        </p:nvSpPr>
        <p:spPr>
          <a:xfrm>
            <a:off x="3840480" y="3246120"/>
            <a:ext cx="7982712" cy="1188720"/>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25000"/>
              </a:lnSpc>
            </a:pPr>
            <a:r>
              <a:rPr lang="ja-JP" sz="2400">
                <a:solidFill>
                  <a:srgbClr val="FFFFFF"/>
                </a:solidFill>
                <a:latin typeface="+mj-ea"/>
                <a:ea typeface="+mj-ea"/>
              </a:rPr>
              <a:t>第1次世界大戦の時期（内閣：大隈、寺内、原）</a:t>
            </a:r>
          </a:p>
        </p:txBody>
      </p:sp>
      <p:sp>
        <p:nvSpPr>
          <p:cNvPr id="11" name="Rounded Rectangle 10"/>
          <p:cNvSpPr/>
          <p:nvPr/>
        </p:nvSpPr>
        <p:spPr>
          <a:xfrm>
            <a:off x="365760" y="4754879"/>
            <a:ext cx="3291840" cy="1188720"/>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lnSpc>
                <a:spcPct val="125000"/>
              </a:lnSpc>
            </a:pPr>
            <a:r>
              <a:rPr lang="ja-JP" sz="2600" b="1">
                <a:solidFill>
                  <a:srgbClr val="1A1A1A"/>
                </a:solidFill>
                <a:latin typeface="+mj-ea"/>
                <a:ea typeface="+mj-ea"/>
              </a:rPr>
              <a:t>③大正時代後期</a:t>
            </a:r>
          </a:p>
        </p:txBody>
      </p:sp>
      <p:sp>
        <p:nvSpPr>
          <p:cNvPr id="12" name="Rounded Rectangle 11"/>
          <p:cNvSpPr/>
          <p:nvPr/>
        </p:nvSpPr>
        <p:spPr>
          <a:xfrm>
            <a:off x="3840480" y="4754879"/>
            <a:ext cx="7982712" cy="1188720"/>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25000"/>
              </a:lnSpc>
            </a:pPr>
            <a:r>
              <a:rPr lang="ja-JP" sz="2400">
                <a:solidFill>
                  <a:srgbClr val="FFFFFF"/>
                </a:solidFill>
                <a:latin typeface="+mj-ea"/>
                <a:ea typeface="+mj-ea"/>
              </a:rPr>
              <a:t>第2次護憲運動の時期（内閣：清浦、加藤）</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3236976"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西園寺公望内閣</a:t>
            </a:r>
          </a:p>
        </p:txBody>
      </p:sp>
      <p:sp>
        <p:nvSpPr>
          <p:cNvPr id="6" name="Rounded Rectangle 5"/>
          <p:cNvSpPr/>
          <p:nvPr/>
        </p:nvSpPr>
        <p:spPr>
          <a:xfrm>
            <a:off x="365760" y="1604772"/>
            <a:ext cx="11457432" cy="109118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２個師団増設問題　…陸軍が朝鮮に陸軍部隊（師団）を二つ増やして軍備拡張を要求</a:t>
            </a:r>
          </a:p>
        </p:txBody>
      </p:sp>
      <p:sp>
        <p:nvSpPr>
          <p:cNvPr id="7" name="Down Arrow 6"/>
          <p:cNvSpPr/>
          <p:nvPr/>
        </p:nvSpPr>
        <p:spPr>
          <a:xfrm>
            <a:off x="5838444" y="2878836"/>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65760" y="3520440"/>
            <a:ext cx="868680" cy="868680"/>
          </a:xfrm>
          <a:prstGeom prst="ellipse">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2600" b="1">
                <a:solidFill>
                  <a:srgbClr val="1A1A1A"/>
                </a:solidFill>
                <a:latin typeface="+mj-ea"/>
                <a:ea typeface="+mj-ea"/>
              </a:rPr>
              <a:t>西</a:t>
            </a:r>
          </a:p>
        </p:txBody>
      </p:sp>
      <p:sp>
        <p:nvSpPr>
          <p:cNvPr id="9" name="Rectangular Callout 8"/>
          <p:cNvSpPr/>
          <p:nvPr/>
        </p:nvSpPr>
        <p:spPr>
          <a:xfrm>
            <a:off x="1554480" y="3409188"/>
            <a:ext cx="10268712" cy="1091184"/>
          </a:xfrm>
          <a:prstGeom prst="wedgeRectCallout">
            <a:avLst>
              <a:gd name="adj1" fmla="val -52671"/>
              <a:gd name="adj2" fmla="val 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u="sng">
                <a:solidFill>
                  <a:srgbClr val="FFFFFF"/>
                </a:solidFill>
                <a:latin typeface="+mj-ea"/>
                <a:ea typeface="+mj-ea"/>
              </a:rPr>
              <a:t>西園寺</a:t>
            </a:r>
            <a:r>
              <a:rPr lang="ja-JP" sz="2400">
                <a:solidFill>
                  <a:srgbClr val="FFFFFF"/>
                </a:solidFill>
                <a:latin typeface="+mj-ea"/>
                <a:ea typeface="+mj-ea"/>
              </a:rPr>
              <a:t>　「今は日露戦争でお金を使いすぎたので、</a:t>
            </a:r>
            <a:r>
              <a:rPr lang="ja-JP" sz="2400" u="sng">
                <a:solidFill>
                  <a:srgbClr val="FFFFFF"/>
                </a:solidFill>
                <a:latin typeface="+mj-ea"/>
                <a:ea typeface="+mj-ea"/>
              </a:rPr>
              <a:t>財政難</a:t>
            </a:r>
            <a:r>
              <a:rPr lang="ja-JP" sz="2400">
                <a:solidFill>
                  <a:srgbClr val="FFFFFF"/>
                </a:solidFill>
                <a:latin typeface="+mj-ea"/>
                <a:ea typeface="+mj-ea"/>
              </a:rPr>
              <a:t>です。</a:t>
            </a:r>
          </a:p>
          <a:p>
            <a:pPr algn="l">
              <a:lnSpc>
                <a:spcPct val="130000"/>
              </a:lnSpc>
            </a:pPr>
            <a:r>
              <a:rPr lang="ja-JP" sz="2400">
                <a:solidFill>
                  <a:srgbClr val="FFFFFF"/>
                </a:solidFill>
                <a:latin typeface="+mj-ea"/>
                <a:ea typeface="+mj-ea"/>
              </a:rPr>
              <a:t>軍備拡張は諦めてください。」</a:t>
            </a:r>
          </a:p>
        </p:txBody>
      </p:sp>
      <p:sp>
        <p:nvSpPr>
          <p:cNvPr id="10" name="Down Arrow 9"/>
          <p:cNvSpPr/>
          <p:nvPr/>
        </p:nvSpPr>
        <p:spPr>
          <a:xfrm>
            <a:off x="5838444" y="4683251"/>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 y="5324856"/>
            <a:ext cx="868680" cy="868680"/>
          </a:xfrm>
          <a:prstGeom prst="ellipse">
            <a:avLst/>
          </a:prstGeom>
          <a:solidFill>
            <a:srgbClr val="FF9E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2600" b="1">
                <a:solidFill>
                  <a:srgbClr val="1A1A1A"/>
                </a:solidFill>
                <a:latin typeface="+mj-ea"/>
                <a:ea typeface="+mj-ea"/>
              </a:rPr>
              <a:t>陸</a:t>
            </a:r>
          </a:p>
        </p:txBody>
      </p:sp>
      <p:sp>
        <p:nvSpPr>
          <p:cNvPr id="12" name="Rectangular Callout 11"/>
          <p:cNvSpPr/>
          <p:nvPr/>
        </p:nvSpPr>
        <p:spPr>
          <a:xfrm>
            <a:off x="1554480" y="5213604"/>
            <a:ext cx="10268712" cy="1091184"/>
          </a:xfrm>
          <a:prstGeom prst="wedgeRectCallout">
            <a:avLst>
              <a:gd name="adj1" fmla="val -52671"/>
              <a:gd name="adj2" fmla="val 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u="sng">
                <a:solidFill>
                  <a:srgbClr val="FFFFFF"/>
                </a:solidFill>
                <a:latin typeface="+mj-ea"/>
                <a:ea typeface="+mj-ea"/>
              </a:rPr>
              <a:t>陸軍大臣</a:t>
            </a:r>
            <a:r>
              <a:rPr lang="ja-JP" sz="2400">
                <a:solidFill>
                  <a:srgbClr val="FFFFFF"/>
                </a:solidFill>
                <a:latin typeface="+mj-ea"/>
                <a:ea typeface="+mj-ea"/>
              </a:rPr>
              <a:t>　「認めないなら、陸軍大臣を辞めてやる！」</a:t>
            </a:r>
          </a:p>
          <a:p>
            <a:pPr algn="l">
              <a:lnSpc>
                <a:spcPct val="130000"/>
              </a:lnSpc>
            </a:pPr>
            <a:r>
              <a:rPr lang="ja-JP" sz="2400">
                <a:solidFill>
                  <a:srgbClr val="FFFFFF"/>
                </a:solidFill>
                <a:latin typeface="+mj-ea"/>
                <a:ea typeface="+mj-ea"/>
              </a:rPr>
              <a:t>⇨ </a:t>
            </a:r>
            <a:r>
              <a:rPr lang="ja-JP" sz="2400" u="sng">
                <a:solidFill>
                  <a:srgbClr val="FFFFFF"/>
                </a:solidFill>
                <a:latin typeface="+mj-ea"/>
                <a:ea typeface="+mj-ea"/>
              </a:rPr>
              <a:t>新しい陸軍大臣がなかなか決まらなかった</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3236976"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西園寺公望内閣</a:t>
            </a:r>
          </a:p>
        </p:txBody>
      </p:sp>
      <p:sp>
        <p:nvSpPr>
          <p:cNvPr id="6" name="Rounded Rectangle 5"/>
          <p:cNvSpPr/>
          <p:nvPr/>
        </p:nvSpPr>
        <p:spPr>
          <a:xfrm>
            <a:off x="365760" y="2438908"/>
            <a:ext cx="11457432" cy="160172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なぜ決まらない？</a:t>
            </a:r>
          </a:p>
          <a:p>
            <a:pPr algn="l">
              <a:lnSpc>
                <a:spcPct val="130000"/>
              </a:lnSpc>
            </a:pPr>
            <a:r>
              <a:rPr lang="ja-JP" sz="2600">
                <a:solidFill>
                  <a:srgbClr val="FFFFFF"/>
                </a:solidFill>
                <a:latin typeface="+mj-ea"/>
                <a:ea typeface="+mj-ea"/>
              </a:rPr>
              <a:t>⇨ 軍部大臣現役武官制：陸軍大臣と海軍大臣は現役の武官でなければならない</a:t>
            </a:r>
          </a:p>
        </p:txBody>
      </p:sp>
      <p:sp>
        <p:nvSpPr>
          <p:cNvPr id="7" name="Down Arrow 6"/>
          <p:cNvSpPr/>
          <p:nvPr/>
        </p:nvSpPr>
        <p:spPr>
          <a:xfrm>
            <a:off x="5838444" y="4223512"/>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4753864"/>
            <a:ext cx="11457432" cy="716788"/>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陸軍に嫌われた西園寺内閣は、大臣が決まらず潰れてしまった！</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468880"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桂太郎内閣</a:t>
            </a:r>
          </a:p>
        </p:txBody>
      </p:sp>
      <p:sp>
        <p:nvSpPr>
          <p:cNvPr id="6" name="Rounded Rectangle 5"/>
          <p:cNvSpPr/>
          <p:nvPr/>
        </p:nvSpPr>
        <p:spPr>
          <a:xfrm>
            <a:off x="365760" y="1692656"/>
            <a:ext cx="11457432" cy="1023111"/>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宮中（天皇を支える立場）の人間で、陸軍にも影響力を持つ桂太郎が推薦された</a:t>
            </a:r>
          </a:p>
          <a:p>
            <a:pPr algn="l">
              <a:lnSpc>
                <a:spcPct val="130000"/>
              </a:lnSpc>
            </a:pPr>
            <a:r>
              <a:rPr lang="ja-JP" sz="2200">
                <a:solidFill>
                  <a:srgbClr val="FFFFFF"/>
                </a:solidFill>
                <a:latin typeface="+mj-ea"/>
                <a:ea typeface="+mj-ea"/>
              </a:rPr>
              <a:t>（力のある元老などから）</a:t>
            </a:r>
          </a:p>
        </p:txBody>
      </p:sp>
      <p:sp>
        <p:nvSpPr>
          <p:cNvPr id="7" name="Down Arrow 6"/>
          <p:cNvSpPr/>
          <p:nvPr/>
        </p:nvSpPr>
        <p:spPr>
          <a:xfrm>
            <a:off x="5838444" y="2898648"/>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3429000"/>
            <a:ext cx="11457432" cy="1023111"/>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今まで：宮中は政治に直接干渉しないという慣習があった</a:t>
            </a:r>
          </a:p>
          <a:p>
            <a:pPr algn="l">
              <a:lnSpc>
                <a:spcPct val="130000"/>
              </a:lnSpc>
            </a:pPr>
            <a:r>
              <a:rPr lang="ja-JP" sz="2200">
                <a:solidFill>
                  <a:srgbClr val="FFFFFF"/>
                </a:solidFill>
                <a:latin typeface="+mj-ea"/>
                <a:ea typeface="+mj-ea"/>
              </a:rPr>
              <a:t>（天皇の力を後ろ盾に権力が集中するから）</a:t>
            </a:r>
          </a:p>
        </p:txBody>
      </p:sp>
      <p:sp>
        <p:nvSpPr>
          <p:cNvPr id="9" name="Down Arrow 8"/>
          <p:cNvSpPr/>
          <p:nvPr/>
        </p:nvSpPr>
        <p:spPr>
          <a:xfrm>
            <a:off x="5838444" y="4634991"/>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65760" y="5256783"/>
            <a:ext cx="868680" cy="868680"/>
          </a:xfrm>
          <a:prstGeom prst="ellipse">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2600" b="1">
                <a:solidFill>
                  <a:srgbClr val="1A1A1A"/>
                </a:solidFill>
                <a:latin typeface="+mj-ea"/>
                <a:ea typeface="+mj-ea"/>
              </a:rPr>
              <a:t>国</a:t>
            </a:r>
          </a:p>
        </p:txBody>
      </p:sp>
      <p:sp>
        <p:nvSpPr>
          <p:cNvPr id="11" name="Rectangular Callout 10"/>
          <p:cNvSpPr/>
          <p:nvPr/>
        </p:nvSpPr>
        <p:spPr>
          <a:xfrm>
            <a:off x="1554480" y="5165343"/>
            <a:ext cx="10268712" cy="1051560"/>
          </a:xfrm>
          <a:prstGeom prst="wedgeRectCallout">
            <a:avLst>
              <a:gd name="adj1" fmla="val -52671"/>
              <a:gd name="adj2" fmla="val 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u="sng">
                <a:solidFill>
                  <a:srgbClr val="FFFFFF"/>
                </a:solidFill>
                <a:latin typeface="+mj-ea"/>
                <a:ea typeface="+mj-ea"/>
              </a:rPr>
              <a:t>国民</a:t>
            </a:r>
            <a:r>
              <a:rPr lang="ja-JP" sz="2200">
                <a:solidFill>
                  <a:srgbClr val="FFFFFF"/>
                </a:solidFill>
                <a:latin typeface="+mj-ea"/>
                <a:ea typeface="+mj-ea"/>
              </a:rPr>
              <a:t>　「今までの慣習を無視するなんてあり得ない。</a:t>
            </a:r>
          </a:p>
          <a:p>
            <a:pPr algn="l">
              <a:lnSpc>
                <a:spcPct val="130000"/>
              </a:lnSpc>
            </a:pPr>
            <a:r>
              <a:rPr lang="ja-JP" sz="2200">
                <a:solidFill>
                  <a:srgbClr val="FFFFFF"/>
                </a:solidFill>
                <a:latin typeface="+mj-ea"/>
                <a:ea typeface="+mj-ea"/>
              </a:rPr>
              <a:t>軍部が気に入らない内閣を潰せてしまうのはダメだ！」</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3236976"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第一次護憲運動</a:t>
            </a:r>
          </a:p>
        </p:txBody>
      </p:sp>
      <p:sp>
        <p:nvSpPr>
          <p:cNvPr id="6" name="Rounded Rectangle 5"/>
          <p:cNvSpPr/>
          <p:nvPr/>
        </p:nvSpPr>
        <p:spPr>
          <a:xfrm>
            <a:off x="365760" y="1421637"/>
            <a:ext cx="11457432" cy="2486660"/>
          </a:xfrm>
          <a:prstGeom prst="roundRect">
            <a:avLst>
              <a:gd name="adj" fmla="val 9193"/>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第一次</a:t>
            </a:r>
            <a:r>
              <a:rPr lang="ja-JP" sz="2600">
                <a:solidFill>
                  <a:srgbClr val="FFFF00"/>
                </a:solidFill>
                <a:latin typeface="+mj-ea"/>
                <a:ea typeface="+mj-ea"/>
              </a:rPr>
              <a:t>護憲</a:t>
            </a:r>
            <a:r>
              <a:rPr lang="ja-JP" sz="2600">
                <a:solidFill>
                  <a:srgbClr val="FFFFFF"/>
                </a:solidFill>
                <a:latin typeface="+mj-ea"/>
                <a:ea typeface="+mj-ea"/>
              </a:rPr>
              <a:t>運動</a:t>
            </a:r>
          </a:p>
          <a:p>
            <a:pPr algn="l">
              <a:lnSpc>
                <a:spcPct val="130000"/>
              </a:lnSpc>
            </a:pPr>
            <a:r>
              <a:rPr lang="ja-JP" sz="2600">
                <a:solidFill>
                  <a:srgbClr val="FFFFFF"/>
                </a:solidFill>
                <a:latin typeface="+mj-ea"/>
                <a:ea typeface="+mj-ea"/>
              </a:rPr>
              <a:t>立憲国民党の犬養毅や立憲政友会の尾崎行雄などが、憲法に基づいた政治を求める運動</a:t>
            </a:r>
          </a:p>
          <a:p>
            <a:pPr algn="l">
              <a:lnSpc>
                <a:spcPct val="130000"/>
              </a:lnSpc>
            </a:pPr>
            <a:r>
              <a:rPr lang="ja-JP" sz="2600">
                <a:solidFill>
                  <a:srgbClr val="FFFFFF"/>
                </a:solidFill>
                <a:latin typeface="+mj-ea"/>
                <a:ea typeface="+mj-ea"/>
              </a:rPr>
              <a:t>⇨ 商工業者や都市の民衆もこの運動に参加し、桂内閣は50日あまりで退陣</a:t>
            </a:r>
          </a:p>
        </p:txBody>
      </p:sp>
      <p:sp>
        <p:nvSpPr>
          <p:cNvPr id="7" name="Rounded Rectangle 6"/>
          <p:cNvSpPr/>
          <p:nvPr/>
        </p:nvSpPr>
        <p:spPr>
          <a:xfrm>
            <a:off x="365760" y="4072890"/>
            <a:ext cx="11457432" cy="1601724"/>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ポイント：</a:t>
            </a:r>
            <a:r>
              <a:rPr lang="ja-JP" sz="2600" u="sng">
                <a:solidFill>
                  <a:srgbClr val="FFFFFF"/>
                </a:solidFill>
                <a:latin typeface="+mj-ea"/>
                <a:ea typeface="+mj-ea"/>
              </a:rPr>
              <a:t>大衆運動</a:t>
            </a:r>
            <a:r>
              <a:rPr lang="ja-JP" sz="2600">
                <a:solidFill>
                  <a:srgbClr val="FFFFFF"/>
                </a:solidFill>
                <a:latin typeface="+mj-ea"/>
                <a:ea typeface="+mj-ea"/>
              </a:rPr>
              <a:t>（大正デモクラシー）によって内閣が倒れたことは日本憲政史上初</a:t>
            </a:r>
          </a:p>
          <a:p>
            <a:pPr algn="l">
              <a:lnSpc>
                <a:spcPct val="130000"/>
              </a:lnSpc>
            </a:pPr>
            <a:r>
              <a:rPr lang="ja-JP" sz="2600">
                <a:solidFill>
                  <a:srgbClr val="FFFFFF"/>
                </a:solidFill>
                <a:latin typeface="+mj-ea"/>
                <a:ea typeface="+mj-ea"/>
              </a:rPr>
              <a:t>⇨ </a:t>
            </a:r>
            <a:r>
              <a:rPr lang="ja-JP" sz="2600">
                <a:solidFill>
                  <a:srgbClr val="FFFF00"/>
                </a:solidFill>
                <a:latin typeface="+mj-ea"/>
                <a:ea typeface="+mj-ea"/>
              </a:rPr>
              <a:t>政党</a:t>
            </a:r>
            <a:r>
              <a:rPr lang="ja-JP" sz="2600">
                <a:solidFill>
                  <a:srgbClr val="FFFFFF"/>
                </a:solidFill>
                <a:latin typeface="+mj-ea"/>
                <a:ea typeface="+mj-ea"/>
              </a:rPr>
              <a:t>を中心とした政治運動が進んだ</a:t>
            </a:r>
          </a:p>
        </p:txBody>
      </p:sp>
      <p:sp>
        <p:nvSpPr>
          <p:cNvPr id="8" name="Rounded Rectangle 7"/>
          <p:cNvSpPr/>
          <p:nvPr/>
        </p:nvSpPr>
        <p:spPr>
          <a:xfrm>
            <a:off x="365760" y="5839206"/>
            <a:ext cx="11457432" cy="648716"/>
          </a:xfrm>
          <a:prstGeom prst="roundRect">
            <a:avLst>
              <a:gd name="adj" fmla="val 12000"/>
            </a:avLst>
          </a:prstGeom>
          <a:noFill/>
          <a:ln w="15875">
            <a:solidFill>
              <a:srgbClr val="454545"/>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lnSpc>
                <a:spcPct val="125000"/>
              </a:lnSpc>
            </a:pPr>
            <a:r>
              <a:rPr lang="ja-JP" sz="2200">
                <a:solidFill>
                  <a:srgbClr val="FFFFFF"/>
                </a:solidFill>
                <a:latin typeface="+mj-ea"/>
                <a:ea typeface="+mj-ea"/>
              </a:rPr>
              <a:t>　　　　スローガンは「閥族打破・憲政擁護」</a:t>
            </a:r>
          </a:p>
        </p:txBody>
      </p:sp>
      <p:sp>
        <p:nvSpPr>
          <p:cNvPr id="9" name="Rounded Rectangle 8"/>
          <p:cNvSpPr/>
          <p:nvPr/>
        </p:nvSpPr>
        <p:spPr>
          <a:xfrm>
            <a:off x="502920" y="5944108"/>
            <a:ext cx="1005840" cy="438912"/>
          </a:xfrm>
          <a:prstGeom prst="roundRect">
            <a:avLst>
              <a:gd name="adj" fmla="val 12000"/>
            </a:avLst>
          </a:prstGeom>
          <a:solidFill>
            <a:srgbClr val="3A3A3A"/>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1800">
                <a:solidFill>
                  <a:srgbClr val="BBBBBB"/>
                </a:solidFill>
                <a:latin typeface="+mj-ea"/>
                <a:ea typeface="+mj-ea"/>
              </a:rPr>
              <a:t>補足</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1463040"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資料</a:t>
            </a:r>
          </a:p>
        </p:txBody>
      </p:sp>
      <p:sp>
        <p:nvSpPr>
          <p:cNvPr id="6" name="TextBox 5"/>
          <p:cNvSpPr txBox="1"/>
          <p:nvPr/>
        </p:nvSpPr>
        <p:spPr>
          <a:xfrm>
            <a:off x="2057400" y="548640"/>
            <a:ext cx="9765792" cy="777240"/>
          </a:xfrm>
          <a:prstGeom prst="rect">
            <a:avLst/>
          </a:prstGeom>
          <a:noFill/>
        </p:spPr>
        <p:txBody>
          <a:bodyPr wrap="square" anchor="ctr">
            <a:spAutoFit/>
          </a:bodyPr>
          <a:lstStyle/>
          <a:p>
            <a:pPr>
              <a:lnSpc>
                <a:spcPct val="100000"/>
              </a:lnSpc>
            </a:pPr>
            <a:r>
              <a:rPr lang="ja-JP" sz="2800">
                <a:latin typeface="+mj-ea"/>
                <a:ea typeface="+mj-ea"/>
              </a:rPr>
              <a:t>桂首相を批判する尾崎行雄</a:t>
            </a:r>
          </a:p>
        </p:txBody>
      </p:sp>
      <p:sp>
        <p:nvSpPr>
          <p:cNvPr id="7" name="Rounded Rectangle 6"/>
          <p:cNvSpPr/>
          <p:nvPr/>
        </p:nvSpPr>
        <p:spPr>
          <a:xfrm>
            <a:off x="365760" y="1828800"/>
            <a:ext cx="11457432" cy="4206240"/>
          </a:xfrm>
          <a:prstGeom prst="roundRect">
            <a:avLst>
              <a:gd name="adj" fmla="val 5434"/>
            </a:avLst>
          </a:prstGeom>
          <a:solidFill>
            <a:srgbClr val="2A2A2A"/>
          </a:solidFill>
          <a:ln w="19050">
            <a:solidFill>
              <a:srgbClr val="FFFFFF"/>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554480"/>
            <a:ext cx="6217920" cy="5486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000" b="1">
                <a:solidFill>
                  <a:srgbClr val="1A1A1A"/>
                </a:solidFill>
                <a:latin typeface="+mj-ea"/>
                <a:ea typeface="+mj-ea"/>
              </a:rPr>
              <a:t>資料　桂首相を批判する尾崎行雄</a:t>
            </a:r>
          </a:p>
        </p:txBody>
      </p:sp>
      <p:sp>
        <p:nvSpPr>
          <p:cNvPr id="9" name="TextBox 8"/>
          <p:cNvSpPr txBox="1"/>
          <p:nvPr/>
        </p:nvSpPr>
        <p:spPr>
          <a:xfrm>
            <a:off x="594360" y="2057400"/>
            <a:ext cx="914400" cy="1097280"/>
          </a:xfrm>
          <a:prstGeom prst="rect">
            <a:avLst/>
          </a:prstGeom>
          <a:noFill/>
        </p:spPr>
        <p:txBody>
          <a:bodyPr wrap="square">
            <a:spAutoFit/>
          </a:bodyPr>
          <a:lstStyle/>
          <a:p>
            <a:pPr>
              <a:lnSpc>
                <a:spcPct val="100000"/>
              </a:lnSpc>
            </a:pPr>
            <a:r>
              <a:rPr lang="ja-JP" sz="7200">
                <a:solidFill>
                  <a:srgbClr val="454545"/>
                </a:solidFill>
                <a:latin typeface="+mj-ea"/>
                <a:ea typeface="+mj-ea"/>
              </a:rPr>
              <a:t>“</a:t>
            </a:r>
          </a:p>
        </p:txBody>
      </p:sp>
      <p:sp>
        <p:nvSpPr>
          <p:cNvPr id="10" name="TextBox 9"/>
          <p:cNvSpPr txBox="1"/>
          <p:nvPr/>
        </p:nvSpPr>
        <p:spPr>
          <a:xfrm>
            <a:off x="1371600" y="2240280"/>
            <a:ext cx="10085832" cy="3246120"/>
          </a:xfrm>
          <a:prstGeom prst="rect">
            <a:avLst/>
          </a:prstGeom>
          <a:noFill/>
        </p:spPr>
        <p:txBody>
          <a:bodyPr wrap="square" anchor="ctr">
            <a:spAutoFit/>
          </a:bodyPr>
          <a:lstStyle/>
          <a:p>
            <a:pPr>
              <a:lnSpc>
                <a:spcPct val="150000"/>
              </a:lnSpc>
            </a:pPr>
            <a:r>
              <a:rPr lang="ja-JP" sz="2600">
                <a:latin typeface="+mj-ea"/>
                <a:ea typeface="+mj-ea"/>
              </a:rPr>
              <a:t>彼らは忠君愛国を、まるで自分の専売のように唱えているが、常に玉座（天皇の席）の蔭（かげ）に隠れ、政敵を狙撃するかのような行動をとっているのである。…彼らは玉座をもって胸壁（きょうへき）となし、詔勅（しょうちょく）を弾丸として政敵を倒そうとしている。</a:t>
            </a:r>
          </a:p>
        </p:txBody>
      </p:sp>
      <p:sp>
        <p:nvSpPr>
          <p:cNvPr id="11" name="TextBox 10"/>
          <p:cNvSpPr txBox="1"/>
          <p:nvPr/>
        </p:nvSpPr>
        <p:spPr>
          <a:xfrm>
            <a:off x="1371600" y="5349240"/>
            <a:ext cx="10085832" cy="548640"/>
          </a:xfrm>
          <a:prstGeom prst="rect">
            <a:avLst/>
          </a:prstGeom>
          <a:noFill/>
        </p:spPr>
        <p:txBody>
          <a:bodyPr wrap="square">
            <a:spAutoFit/>
          </a:bodyPr>
          <a:lstStyle/>
          <a:p>
            <a:pPr algn="r">
              <a:lnSpc>
                <a:spcPct val="100000"/>
              </a:lnSpc>
            </a:pPr>
            <a:r>
              <a:rPr lang="ja-JP" sz="2200">
                <a:solidFill>
                  <a:srgbClr val="BBBBBB"/>
                </a:solidFill>
                <a:latin typeface="+mj-ea"/>
                <a:ea typeface="+mj-ea"/>
              </a:rPr>
              <a:t>尾崎行雄</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3236976"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山本権兵衛内閣</a:t>
            </a:r>
          </a:p>
        </p:txBody>
      </p:sp>
      <p:sp>
        <p:nvSpPr>
          <p:cNvPr id="6" name="TextBox 5"/>
          <p:cNvSpPr txBox="1"/>
          <p:nvPr/>
        </p:nvSpPr>
        <p:spPr>
          <a:xfrm>
            <a:off x="3831335" y="548640"/>
            <a:ext cx="7991855" cy="777240"/>
          </a:xfrm>
          <a:prstGeom prst="rect">
            <a:avLst/>
          </a:prstGeom>
          <a:noFill/>
        </p:spPr>
        <p:txBody>
          <a:bodyPr wrap="square" anchor="ctr">
            <a:spAutoFit/>
          </a:bodyPr>
          <a:lstStyle/>
          <a:p>
            <a:pPr>
              <a:lnSpc>
                <a:spcPct val="100000"/>
              </a:lnSpc>
            </a:pPr>
            <a:r>
              <a:rPr lang="ja-JP" sz="2800">
                <a:latin typeface="+mj-ea"/>
                <a:ea typeface="+mj-ea"/>
              </a:rPr>
              <a:t>…立憲政友会を与党とした内閣</a:t>
            </a:r>
          </a:p>
        </p:txBody>
      </p:sp>
      <p:sp>
        <p:nvSpPr>
          <p:cNvPr id="7" name="Rounded Rectangle 6"/>
          <p:cNvSpPr/>
          <p:nvPr/>
        </p:nvSpPr>
        <p:spPr>
          <a:xfrm>
            <a:off x="365760" y="1519681"/>
            <a:ext cx="6309359" cy="139750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現役武官制を改正</a:t>
            </a:r>
          </a:p>
          <a:p>
            <a:pPr algn="l">
              <a:lnSpc>
                <a:spcPct val="130000"/>
              </a:lnSpc>
            </a:pPr>
            <a:r>
              <a:rPr lang="ja-JP" sz="2200">
                <a:solidFill>
                  <a:srgbClr val="FFFFFF"/>
                </a:solidFill>
                <a:latin typeface="+mj-ea"/>
                <a:ea typeface="+mj-ea"/>
              </a:rPr>
              <a:t>：現役の武官でなくてもいいように変えなければ！</a:t>
            </a:r>
          </a:p>
        </p:txBody>
      </p:sp>
      <p:sp>
        <p:nvSpPr>
          <p:cNvPr id="8" name="Down Arrow 7"/>
          <p:cNvSpPr/>
          <p:nvPr/>
        </p:nvSpPr>
        <p:spPr>
          <a:xfrm>
            <a:off x="3264407" y="3100070"/>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3630422"/>
            <a:ext cx="6309359" cy="139750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シーメンス事件</a:t>
            </a:r>
          </a:p>
          <a:p>
            <a:pPr algn="l">
              <a:lnSpc>
                <a:spcPct val="130000"/>
              </a:lnSpc>
            </a:pPr>
            <a:r>
              <a:rPr lang="ja-JP" sz="2200">
                <a:solidFill>
                  <a:srgbClr val="FFFFFF"/>
                </a:solidFill>
                <a:latin typeface="+mj-ea"/>
                <a:ea typeface="+mj-ea"/>
              </a:rPr>
              <a:t>ドイツのシーメンス社が日本海軍に賄賂を渡して販売していた</a:t>
            </a:r>
          </a:p>
        </p:txBody>
      </p:sp>
      <p:sp>
        <p:nvSpPr>
          <p:cNvPr id="10" name="Down Arrow 9"/>
          <p:cNvSpPr/>
          <p:nvPr/>
        </p:nvSpPr>
        <p:spPr>
          <a:xfrm>
            <a:off x="3264407" y="5210810"/>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5741162"/>
            <a:ext cx="6309359" cy="64871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山本は海軍出身であり、責任をとって辞任</a:t>
            </a:r>
          </a:p>
        </p:txBody>
      </p:sp>
      <p:sp>
        <p:nvSpPr>
          <p:cNvPr id="12" name="Rectangle 11"/>
          <p:cNvSpPr/>
          <p:nvPr/>
        </p:nvSpPr>
        <p:spPr>
          <a:xfrm>
            <a:off x="6894576" y="1664727"/>
            <a:ext cx="4983479" cy="41229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1.jpeg"/>
          <p:cNvPicPr>
            <a:picLocks noChangeAspect="1"/>
          </p:cNvPicPr>
          <p:nvPr/>
        </p:nvPicPr>
        <p:blipFill>
          <a:blip r:embed="rId2"/>
          <a:stretch>
            <a:fillRect/>
          </a:stretch>
        </p:blipFill>
        <p:spPr>
          <a:xfrm>
            <a:off x="6949440" y="1719591"/>
            <a:ext cx="4873751" cy="4013176"/>
          </a:xfrm>
          <a:prstGeom prst="rect">
            <a:avLst/>
          </a:prstGeom>
        </p:spPr>
      </p:pic>
      <p:sp>
        <p:nvSpPr>
          <p:cNvPr id="14" name="TextBox 13"/>
          <p:cNvSpPr txBox="1"/>
          <p:nvPr/>
        </p:nvSpPr>
        <p:spPr>
          <a:xfrm>
            <a:off x="6949440" y="6053327"/>
            <a:ext cx="4873752" cy="438912"/>
          </a:xfrm>
          <a:prstGeom prst="rect">
            <a:avLst/>
          </a:prstGeom>
          <a:noFill/>
        </p:spPr>
        <p:txBody>
          <a:bodyPr wrap="square">
            <a:spAutoFit/>
          </a:bodyPr>
          <a:lstStyle/>
          <a:p>
            <a:pPr algn="ctr">
              <a:lnSpc>
                <a:spcPct val="100000"/>
              </a:lnSpc>
            </a:pPr>
            <a:r>
              <a:rPr lang="ja-JP" sz="2000">
                <a:solidFill>
                  <a:srgbClr val="BBBBBB"/>
                </a:solidFill>
                <a:latin typeface="+mj-ea"/>
                <a:ea typeface="+mj-ea"/>
              </a:rPr>
              <a:t>風刺画（シーメンス事件）</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85292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大隈重信内閣</a:t>
            </a:r>
          </a:p>
        </p:txBody>
      </p:sp>
      <p:sp>
        <p:nvSpPr>
          <p:cNvPr id="6" name="TextBox 5"/>
          <p:cNvSpPr txBox="1"/>
          <p:nvPr/>
        </p:nvSpPr>
        <p:spPr>
          <a:xfrm>
            <a:off x="3447288" y="548640"/>
            <a:ext cx="8375904" cy="777240"/>
          </a:xfrm>
          <a:prstGeom prst="rect">
            <a:avLst/>
          </a:prstGeom>
          <a:noFill/>
        </p:spPr>
        <p:txBody>
          <a:bodyPr wrap="square" anchor="ctr">
            <a:spAutoFit/>
          </a:bodyPr>
          <a:lstStyle/>
          <a:p>
            <a:pPr>
              <a:lnSpc>
                <a:spcPct val="100000"/>
              </a:lnSpc>
            </a:pPr>
            <a:r>
              <a:rPr lang="ja-JP" sz="2800">
                <a:latin typeface="+mj-ea"/>
                <a:ea typeface="+mj-ea"/>
              </a:rPr>
              <a:t>…立憲同志会を与党とした内閣</a:t>
            </a:r>
          </a:p>
        </p:txBody>
      </p:sp>
      <p:sp>
        <p:nvSpPr>
          <p:cNvPr id="7" name="Rounded Rectangle 6"/>
          <p:cNvSpPr/>
          <p:nvPr/>
        </p:nvSpPr>
        <p:spPr>
          <a:xfrm>
            <a:off x="365760" y="1504442"/>
            <a:ext cx="11457432" cy="71678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第一次世界大戦が始まり、日英同盟を理由に参戦</a:t>
            </a:r>
          </a:p>
        </p:txBody>
      </p:sp>
      <p:sp>
        <p:nvSpPr>
          <p:cNvPr id="8" name="Down Arrow 7"/>
          <p:cNvSpPr/>
          <p:nvPr/>
        </p:nvSpPr>
        <p:spPr>
          <a:xfrm>
            <a:off x="5838444" y="2404110"/>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2934462"/>
            <a:ext cx="11457432" cy="71678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中国に二十一カ条の要求を突きつける</a:t>
            </a:r>
          </a:p>
        </p:txBody>
      </p:sp>
      <p:sp>
        <p:nvSpPr>
          <p:cNvPr id="10" name="Down Arrow 9"/>
          <p:cNvSpPr/>
          <p:nvPr/>
        </p:nvSpPr>
        <p:spPr>
          <a:xfrm>
            <a:off x="5838444" y="3834130"/>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 y="4509770"/>
            <a:ext cx="868680" cy="868680"/>
          </a:xfrm>
          <a:prstGeom prst="ellipse">
            <a:avLst/>
          </a:prstGeom>
          <a:solidFill>
            <a:srgbClr val="FF9E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2600" b="1">
                <a:solidFill>
                  <a:srgbClr val="1A1A1A"/>
                </a:solidFill>
                <a:latin typeface="+mj-ea"/>
                <a:ea typeface="+mj-ea"/>
              </a:rPr>
              <a:t>元</a:t>
            </a:r>
          </a:p>
        </p:txBody>
      </p:sp>
      <p:sp>
        <p:nvSpPr>
          <p:cNvPr id="12" name="Rectangular Callout 11"/>
          <p:cNvSpPr/>
          <p:nvPr/>
        </p:nvSpPr>
        <p:spPr>
          <a:xfrm>
            <a:off x="1554480" y="4364482"/>
            <a:ext cx="10268712" cy="1159256"/>
          </a:xfrm>
          <a:prstGeom prst="wedgeRectCallout">
            <a:avLst>
              <a:gd name="adj1" fmla="val -52671"/>
              <a:gd name="adj2" fmla="val 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u="sng">
                <a:solidFill>
                  <a:srgbClr val="FFFFFF"/>
                </a:solidFill>
                <a:latin typeface="+mj-ea"/>
                <a:ea typeface="+mj-ea"/>
              </a:rPr>
              <a:t>元老</a:t>
            </a:r>
            <a:r>
              <a:rPr lang="ja-JP" sz="2600">
                <a:solidFill>
                  <a:srgbClr val="FFFFFF"/>
                </a:solidFill>
                <a:latin typeface="+mj-ea"/>
                <a:ea typeface="+mj-ea"/>
              </a:rPr>
              <a:t>　元老が反発：「こんな要求突きつけたら、</a:t>
            </a:r>
          </a:p>
          <a:p>
            <a:pPr algn="l">
              <a:lnSpc>
                <a:spcPct val="130000"/>
              </a:lnSpc>
            </a:pPr>
            <a:r>
              <a:rPr lang="ja-JP" sz="2600">
                <a:solidFill>
                  <a:srgbClr val="FFFFFF"/>
                </a:solidFill>
                <a:latin typeface="+mj-ea"/>
                <a:ea typeface="+mj-ea"/>
              </a:rPr>
              <a:t>国際社会から日本が非難されてしまうだろ！」</a:t>
            </a:r>
          </a:p>
        </p:txBody>
      </p:sp>
      <p:sp>
        <p:nvSpPr>
          <p:cNvPr id="13" name="Rounded Rectangle 12"/>
          <p:cNvSpPr/>
          <p:nvPr/>
        </p:nvSpPr>
        <p:spPr>
          <a:xfrm>
            <a:off x="365760" y="5688330"/>
            <a:ext cx="11457432" cy="71678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 大隈内閣　退陣…</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85292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寺内正毅内閣</a:t>
            </a:r>
          </a:p>
        </p:txBody>
      </p:sp>
      <p:sp>
        <p:nvSpPr>
          <p:cNvPr id="6" name="TextBox 5"/>
          <p:cNvSpPr txBox="1"/>
          <p:nvPr/>
        </p:nvSpPr>
        <p:spPr>
          <a:xfrm>
            <a:off x="3447288" y="548640"/>
            <a:ext cx="8375904" cy="777240"/>
          </a:xfrm>
          <a:prstGeom prst="rect">
            <a:avLst/>
          </a:prstGeom>
          <a:noFill/>
        </p:spPr>
        <p:txBody>
          <a:bodyPr wrap="square" anchor="ctr">
            <a:spAutoFit/>
          </a:bodyPr>
          <a:lstStyle/>
          <a:p>
            <a:pPr>
              <a:lnSpc>
                <a:spcPct val="100000"/>
              </a:lnSpc>
            </a:pPr>
            <a:r>
              <a:rPr lang="ja-JP" sz="2600">
                <a:latin typeface="+mj-ea"/>
                <a:ea typeface="+mj-ea"/>
              </a:rPr>
              <a:t>…超然内閣（政党の意見を聞き入れない内閣のこと）</a:t>
            </a:r>
          </a:p>
        </p:txBody>
      </p:sp>
      <p:sp>
        <p:nvSpPr>
          <p:cNvPr id="7" name="Rounded Rectangle 6"/>
          <p:cNvSpPr/>
          <p:nvPr/>
        </p:nvSpPr>
        <p:spPr>
          <a:xfrm>
            <a:off x="365760" y="1555749"/>
            <a:ext cx="6583680" cy="115925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中国での権益拡大を狙う（大隈と同じく）</a:t>
            </a:r>
          </a:p>
        </p:txBody>
      </p:sp>
      <p:sp>
        <p:nvSpPr>
          <p:cNvPr id="8" name="Down Arrow 7"/>
          <p:cNvSpPr/>
          <p:nvPr/>
        </p:nvSpPr>
        <p:spPr>
          <a:xfrm>
            <a:off x="3401568" y="2897886"/>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3428238"/>
            <a:ext cx="6583680" cy="115925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1918年：</a:t>
            </a:r>
            <a:r>
              <a:rPr lang="ja-JP" sz="2600">
                <a:solidFill>
                  <a:srgbClr val="FFFF00"/>
                </a:solidFill>
                <a:latin typeface="+mj-ea"/>
                <a:ea typeface="+mj-ea"/>
              </a:rPr>
              <a:t>シベリア出兵</a:t>
            </a:r>
            <a:r>
              <a:rPr lang="ja-JP" sz="2600">
                <a:solidFill>
                  <a:srgbClr val="FFFFFF"/>
                </a:solidFill>
                <a:latin typeface="+mj-ea"/>
                <a:ea typeface="+mj-ea"/>
              </a:rPr>
              <a:t>開始</a:t>
            </a:r>
          </a:p>
          <a:p>
            <a:pPr algn="l">
              <a:lnSpc>
                <a:spcPct val="130000"/>
              </a:lnSpc>
            </a:pPr>
            <a:r>
              <a:rPr lang="ja-JP" sz="2600">
                <a:solidFill>
                  <a:srgbClr val="FFFFFF"/>
                </a:solidFill>
                <a:latin typeface="+mj-ea"/>
                <a:ea typeface="+mj-ea"/>
              </a:rPr>
              <a:t>⇨ </a:t>
            </a:r>
            <a:r>
              <a:rPr lang="ja-JP" sz="2600">
                <a:solidFill>
                  <a:srgbClr val="FFFF00"/>
                </a:solidFill>
                <a:latin typeface="+mj-ea"/>
                <a:ea typeface="+mj-ea"/>
              </a:rPr>
              <a:t>米</a:t>
            </a:r>
            <a:r>
              <a:rPr lang="ja-JP" sz="2600">
                <a:solidFill>
                  <a:srgbClr val="FFFFFF"/>
                </a:solidFill>
                <a:latin typeface="+mj-ea"/>
                <a:ea typeface="+mj-ea"/>
              </a:rPr>
              <a:t>の値段が急騰</a:t>
            </a:r>
          </a:p>
        </p:txBody>
      </p:sp>
      <p:sp>
        <p:nvSpPr>
          <p:cNvPr id="10" name="Rounded Rectangle 9"/>
          <p:cNvSpPr/>
          <p:nvPr/>
        </p:nvSpPr>
        <p:spPr>
          <a:xfrm>
            <a:off x="365760" y="4752086"/>
            <a:ext cx="6583680" cy="160172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シベリアに出兵した兵隊の食料を政府が用意しなければならない</a:t>
            </a:r>
          </a:p>
          <a:p>
            <a:pPr algn="l">
              <a:lnSpc>
                <a:spcPct val="130000"/>
              </a:lnSpc>
            </a:pPr>
            <a:r>
              <a:rPr lang="ja-JP" sz="2600">
                <a:solidFill>
                  <a:srgbClr val="FFFFFF"/>
                </a:solidFill>
                <a:latin typeface="+mj-ea"/>
                <a:ea typeface="+mj-ea"/>
              </a:rPr>
              <a:t>米が買い占められ、米は品薄状態に…</a:t>
            </a:r>
          </a:p>
        </p:txBody>
      </p:sp>
      <p:sp>
        <p:nvSpPr>
          <p:cNvPr id="11" name="Rectangle 10"/>
          <p:cNvSpPr/>
          <p:nvPr/>
        </p:nvSpPr>
        <p:spPr>
          <a:xfrm>
            <a:off x="7540268" y="1362456"/>
            <a:ext cx="3966414" cy="5184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2.png"/>
          <p:cNvPicPr>
            <a:picLocks noChangeAspect="1"/>
          </p:cNvPicPr>
          <p:nvPr/>
        </p:nvPicPr>
        <p:blipFill>
          <a:blip r:embed="rId2"/>
          <a:stretch>
            <a:fillRect/>
          </a:stretch>
        </p:blipFill>
        <p:spPr>
          <a:xfrm>
            <a:off x="7595132" y="1417320"/>
            <a:ext cx="3856686" cy="5074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85292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寺内正毅内閣</a:t>
            </a:r>
          </a:p>
        </p:txBody>
      </p:sp>
      <p:sp>
        <p:nvSpPr>
          <p:cNvPr id="6" name="TextBox 5"/>
          <p:cNvSpPr txBox="1"/>
          <p:nvPr/>
        </p:nvSpPr>
        <p:spPr>
          <a:xfrm>
            <a:off x="3447288" y="548640"/>
            <a:ext cx="8375904" cy="777240"/>
          </a:xfrm>
          <a:prstGeom prst="rect">
            <a:avLst/>
          </a:prstGeom>
          <a:noFill/>
        </p:spPr>
        <p:txBody>
          <a:bodyPr wrap="square" anchor="ctr">
            <a:spAutoFit/>
          </a:bodyPr>
          <a:lstStyle/>
          <a:p>
            <a:pPr>
              <a:lnSpc>
                <a:spcPct val="100000"/>
              </a:lnSpc>
            </a:pPr>
            <a:r>
              <a:rPr lang="ja-JP" sz="2800">
                <a:latin typeface="+mj-ea"/>
                <a:ea typeface="+mj-ea"/>
              </a:rPr>
              <a:t>米騒動</a:t>
            </a:r>
          </a:p>
        </p:txBody>
      </p:sp>
      <p:sp>
        <p:nvSpPr>
          <p:cNvPr id="7" name="Rounded Rectangle 6"/>
          <p:cNvSpPr/>
          <p:nvPr/>
        </p:nvSpPr>
        <p:spPr>
          <a:xfrm>
            <a:off x="365760" y="1623568"/>
            <a:ext cx="11457432" cy="682752"/>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富山県の漁村の主婦が米屋に押しかける</a:t>
            </a:r>
          </a:p>
        </p:txBody>
      </p:sp>
      <p:sp>
        <p:nvSpPr>
          <p:cNvPr id="8" name="Down Arrow 7"/>
          <p:cNvSpPr/>
          <p:nvPr/>
        </p:nvSpPr>
        <p:spPr>
          <a:xfrm>
            <a:off x="5838444" y="2489200"/>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3019552"/>
            <a:ext cx="11457432" cy="682752"/>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暴動は全国へ！＝</a:t>
            </a:r>
            <a:r>
              <a:rPr lang="ja-JP" sz="2400">
                <a:solidFill>
                  <a:srgbClr val="FFFF00"/>
                </a:solidFill>
                <a:latin typeface="+mj-ea"/>
                <a:ea typeface="+mj-ea"/>
              </a:rPr>
              <a:t>米騒動</a:t>
            </a:r>
          </a:p>
        </p:txBody>
      </p:sp>
      <p:sp>
        <p:nvSpPr>
          <p:cNvPr id="10" name="Down Arrow 9"/>
          <p:cNvSpPr/>
          <p:nvPr/>
        </p:nvSpPr>
        <p:spPr>
          <a:xfrm>
            <a:off x="5838444" y="3885184"/>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4415536"/>
            <a:ext cx="11457432" cy="682752"/>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寺内は米騒動に軍隊を使って鎮圧したが、非難殺到　→寺内内閣　退陣…</a:t>
            </a:r>
          </a:p>
        </p:txBody>
      </p:sp>
      <p:sp>
        <p:nvSpPr>
          <p:cNvPr id="12" name="Rounded Rectangle 11"/>
          <p:cNvSpPr/>
          <p:nvPr/>
        </p:nvSpPr>
        <p:spPr>
          <a:xfrm>
            <a:off x="365760" y="5262880"/>
            <a:ext cx="11457432" cy="1023111"/>
          </a:xfrm>
          <a:prstGeom prst="roundRect">
            <a:avLst>
              <a:gd name="adj" fmla="val 12000"/>
            </a:avLst>
          </a:prstGeom>
          <a:noFill/>
          <a:ln w="15875">
            <a:solidFill>
              <a:srgbClr val="454545"/>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lnSpc>
                <a:spcPct val="125000"/>
              </a:lnSpc>
            </a:pPr>
            <a:r>
              <a:rPr lang="ja-JP" sz="2200">
                <a:solidFill>
                  <a:srgbClr val="FFFFFF"/>
                </a:solidFill>
                <a:latin typeface="+mj-ea"/>
                <a:ea typeface="+mj-ea"/>
              </a:rPr>
              <a:t>　　　　大阪の米価は1918年1月の約23円から、8月には約41円に（1石あたり）</a:t>
            </a:r>
          </a:p>
        </p:txBody>
      </p:sp>
      <p:sp>
        <p:nvSpPr>
          <p:cNvPr id="13" name="Rounded Rectangle 12"/>
          <p:cNvSpPr/>
          <p:nvPr/>
        </p:nvSpPr>
        <p:spPr>
          <a:xfrm>
            <a:off x="502920" y="5554980"/>
            <a:ext cx="1005840" cy="438912"/>
          </a:xfrm>
          <a:prstGeom prst="roundRect">
            <a:avLst>
              <a:gd name="adj" fmla="val 12000"/>
            </a:avLst>
          </a:prstGeom>
          <a:solidFill>
            <a:srgbClr val="3A3A3A"/>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1800">
                <a:solidFill>
                  <a:srgbClr val="BBBBBB"/>
                </a:solidFill>
                <a:latin typeface="+mj-ea"/>
                <a:ea typeface="+mj-ea"/>
              </a:rPr>
              <a:t>補足</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084831"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原敬内閣</a:t>
            </a:r>
          </a:p>
        </p:txBody>
      </p:sp>
      <p:sp>
        <p:nvSpPr>
          <p:cNvPr id="6" name="Rounded Rectangle 5"/>
          <p:cNvSpPr/>
          <p:nvPr/>
        </p:nvSpPr>
        <p:spPr>
          <a:xfrm>
            <a:off x="365760" y="1811019"/>
            <a:ext cx="11457432" cy="115925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…立憲政友会の党員で固めた初の本格的な</a:t>
            </a:r>
            <a:r>
              <a:rPr lang="ja-JP" sz="2600">
                <a:solidFill>
                  <a:srgbClr val="FFFF00"/>
                </a:solidFill>
                <a:latin typeface="+mj-ea"/>
                <a:ea typeface="+mj-ea"/>
              </a:rPr>
              <a:t>政党</a:t>
            </a:r>
            <a:r>
              <a:rPr lang="ja-JP" sz="2600">
                <a:solidFill>
                  <a:srgbClr val="FFFFFF"/>
                </a:solidFill>
                <a:latin typeface="+mj-ea"/>
                <a:ea typeface="+mj-ea"/>
              </a:rPr>
              <a:t>内閣</a:t>
            </a:r>
          </a:p>
          <a:p>
            <a:pPr algn="l">
              <a:lnSpc>
                <a:spcPct val="130000"/>
              </a:lnSpc>
            </a:pPr>
            <a:r>
              <a:rPr lang="ja-JP" sz="2600">
                <a:solidFill>
                  <a:srgbClr val="FFFFFF"/>
                </a:solidFill>
                <a:latin typeface="+mj-ea"/>
                <a:ea typeface="+mj-ea"/>
              </a:rPr>
              <a:t>（陸軍・海軍・外務の３大臣以外は政友会の党員）</a:t>
            </a:r>
          </a:p>
        </p:txBody>
      </p:sp>
      <p:sp>
        <p:nvSpPr>
          <p:cNvPr id="7" name="Down Arrow 6"/>
          <p:cNvSpPr/>
          <p:nvPr/>
        </p:nvSpPr>
        <p:spPr>
          <a:xfrm>
            <a:off x="5838444" y="3153156"/>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65760" y="4050030"/>
            <a:ext cx="868680" cy="868680"/>
          </a:xfrm>
          <a:prstGeom prst="ellipse">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2600" b="1">
                <a:solidFill>
                  <a:srgbClr val="1A1A1A"/>
                </a:solidFill>
                <a:latin typeface="+mj-ea"/>
                <a:ea typeface="+mj-ea"/>
              </a:rPr>
              <a:t>国</a:t>
            </a:r>
          </a:p>
        </p:txBody>
      </p:sp>
      <p:sp>
        <p:nvSpPr>
          <p:cNvPr id="9" name="Rectangular Callout 8"/>
          <p:cNvSpPr/>
          <p:nvPr/>
        </p:nvSpPr>
        <p:spPr>
          <a:xfrm>
            <a:off x="1554480" y="3683508"/>
            <a:ext cx="10268712" cy="1601724"/>
          </a:xfrm>
          <a:prstGeom prst="wedgeRectCallout">
            <a:avLst>
              <a:gd name="adj1" fmla="val -52671"/>
              <a:gd name="adj2" fmla="val 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u="sng">
                <a:solidFill>
                  <a:srgbClr val="FFFFFF"/>
                </a:solidFill>
                <a:latin typeface="+mj-ea"/>
                <a:ea typeface="+mj-ea"/>
              </a:rPr>
              <a:t>国民</a:t>
            </a:r>
            <a:r>
              <a:rPr lang="ja-JP" sz="2600">
                <a:solidFill>
                  <a:srgbClr val="FFFFFF"/>
                </a:solidFill>
                <a:latin typeface="+mj-ea"/>
                <a:ea typeface="+mj-ea"/>
              </a:rPr>
              <a:t>　国民の期待大</a:t>
            </a:r>
          </a:p>
          <a:p>
            <a:pPr algn="l">
              <a:lnSpc>
                <a:spcPct val="130000"/>
              </a:lnSpc>
            </a:pPr>
            <a:r>
              <a:rPr lang="ja-JP" sz="2600">
                <a:solidFill>
                  <a:srgbClr val="FFFFFF"/>
                </a:solidFill>
                <a:latin typeface="+mj-ea"/>
                <a:ea typeface="+mj-ea"/>
              </a:rPr>
              <a:t>⇨ 政党内閣だから、国民の意見を反映させてくれるはず。普通選挙の実現も期待できる！</a:t>
            </a:r>
          </a:p>
        </p:txBody>
      </p:sp>
      <p:sp>
        <p:nvSpPr>
          <p:cNvPr id="10" name="Rounded Rectangle 9"/>
          <p:cNvSpPr/>
          <p:nvPr/>
        </p:nvSpPr>
        <p:spPr>
          <a:xfrm>
            <a:off x="365760" y="5449824"/>
            <a:ext cx="11457432" cy="648716"/>
          </a:xfrm>
          <a:prstGeom prst="roundRect">
            <a:avLst>
              <a:gd name="adj" fmla="val 12000"/>
            </a:avLst>
          </a:prstGeom>
          <a:noFill/>
          <a:ln w="15875">
            <a:solidFill>
              <a:srgbClr val="454545"/>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lnSpc>
                <a:spcPct val="125000"/>
              </a:lnSpc>
            </a:pPr>
            <a:r>
              <a:rPr lang="ja-JP" sz="2200">
                <a:solidFill>
                  <a:srgbClr val="FFFFFF"/>
                </a:solidFill>
                <a:latin typeface="+mj-ea"/>
                <a:ea typeface="+mj-ea"/>
              </a:rPr>
              <a:t>　　　　原敬は爵位を持たない衆議院議員として初めて首相に →「平民宰相」</a:t>
            </a:r>
          </a:p>
        </p:txBody>
      </p:sp>
      <p:sp>
        <p:nvSpPr>
          <p:cNvPr id="11" name="Rounded Rectangle 10"/>
          <p:cNvSpPr/>
          <p:nvPr/>
        </p:nvSpPr>
        <p:spPr>
          <a:xfrm>
            <a:off x="502920" y="5554726"/>
            <a:ext cx="1005840" cy="438912"/>
          </a:xfrm>
          <a:prstGeom prst="roundRect">
            <a:avLst>
              <a:gd name="adj" fmla="val 12000"/>
            </a:avLst>
          </a:prstGeom>
          <a:solidFill>
            <a:srgbClr val="3A3A3A"/>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1800">
                <a:solidFill>
                  <a:srgbClr val="BBBBBB"/>
                </a:solidFill>
                <a:latin typeface="+mj-ea"/>
                <a:ea typeface="+mj-ea"/>
              </a:rPr>
              <a:t>補足</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477316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政党政治を支えた考え方</a:t>
            </a:r>
          </a:p>
        </p:txBody>
      </p:sp>
      <p:sp>
        <p:nvSpPr>
          <p:cNvPr id="6" name="Rounded Rectangle 5"/>
          <p:cNvSpPr/>
          <p:nvPr/>
        </p:nvSpPr>
        <p:spPr>
          <a:xfrm>
            <a:off x="365760" y="1600200"/>
            <a:ext cx="5577840" cy="4480560"/>
          </a:xfrm>
          <a:prstGeom prst="roundRect">
            <a:avLst>
              <a:gd name="adj" fmla="val 5102"/>
            </a:avLst>
          </a:prstGeom>
          <a:solidFill>
            <a:srgbClr val="2A2A2A"/>
          </a:solidFill>
          <a:ln w="19050">
            <a:solidFill>
              <a:srgbClr val="98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600200"/>
            <a:ext cx="5577840" cy="777240"/>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800" b="1">
                <a:solidFill>
                  <a:srgbClr val="1A1A1A"/>
                </a:solidFill>
                <a:latin typeface="+mj-ea"/>
                <a:ea typeface="+mj-ea"/>
              </a:rPr>
              <a:t>民本主義</a:t>
            </a:r>
          </a:p>
        </p:txBody>
      </p:sp>
      <p:sp>
        <p:nvSpPr>
          <p:cNvPr id="8" name="TextBox 7"/>
          <p:cNvSpPr txBox="1"/>
          <p:nvPr/>
        </p:nvSpPr>
        <p:spPr>
          <a:xfrm>
            <a:off x="502920" y="2514600"/>
            <a:ext cx="5303520" cy="3429000"/>
          </a:xfrm>
          <a:prstGeom prst="rect">
            <a:avLst/>
          </a:prstGeom>
          <a:noFill/>
        </p:spPr>
        <p:txBody>
          <a:bodyPr wrap="square" anchor="ctr">
            <a:spAutoFit/>
          </a:bodyPr>
          <a:lstStyle/>
          <a:p>
            <a:pPr algn="l">
              <a:lnSpc>
                <a:spcPct val="140000"/>
              </a:lnSpc>
            </a:pPr>
            <a:r>
              <a:rPr lang="ja-JP" sz="2600">
                <a:latin typeface="+mj-ea"/>
                <a:ea typeface="+mj-ea"/>
              </a:rPr>
              <a:t>◯</a:t>
            </a:r>
            <a:r>
              <a:rPr lang="ja-JP" sz="2600">
                <a:solidFill>
                  <a:srgbClr val="FFFF00"/>
                </a:solidFill>
                <a:latin typeface="+mj-ea"/>
                <a:ea typeface="+mj-ea"/>
              </a:rPr>
              <a:t>吉野作造</a:t>
            </a:r>
          </a:p>
          <a:p>
            <a:pPr algn="l">
              <a:lnSpc>
                <a:spcPct val="140000"/>
              </a:lnSpc>
            </a:pPr>
            <a:r>
              <a:rPr lang="ja-JP" sz="2600" u="sng">
                <a:latin typeface="+mj-ea"/>
                <a:ea typeface="+mj-ea"/>
              </a:rPr>
              <a:t>民本主義</a:t>
            </a:r>
            <a:r>
              <a:rPr lang="ja-JP" sz="2600">
                <a:latin typeface="+mj-ea"/>
                <a:ea typeface="+mj-ea"/>
              </a:rPr>
              <a:t>：</a:t>
            </a:r>
          </a:p>
          <a:p>
            <a:pPr algn="l">
              <a:lnSpc>
                <a:spcPct val="140000"/>
              </a:lnSpc>
            </a:pPr>
            <a:r>
              <a:rPr lang="ja-JP" sz="2600">
                <a:latin typeface="+mj-ea"/>
                <a:ea typeface="+mj-ea"/>
              </a:rPr>
              <a:t>天皇に統治権があることを前提とし、天皇は民衆の意向に基づく政治を行う</a:t>
            </a:r>
          </a:p>
        </p:txBody>
      </p:sp>
      <p:sp>
        <p:nvSpPr>
          <p:cNvPr id="9" name="Rounded Rectangle 8"/>
          <p:cNvSpPr/>
          <p:nvPr/>
        </p:nvSpPr>
        <p:spPr>
          <a:xfrm>
            <a:off x="6245352" y="1600200"/>
            <a:ext cx="5577840" cy="4480560"/>
          </a:xfrm>
          <a:prstGeom prst="roundRect">
            <a:avLst>
              <a:gd name="adj" fmla="val 5102"/>
            </a:avLst>
          </a:prstGeom>
          <a:solidFill>
            <a:srgbClr val="2A2A2A"/>
          </a:solidFill>
          <a:ln w="19050">
            <a:solidFill>
              <a:srgbClr val="98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45352" y="1600200"/>
            <a:ext cx="5577840" cy="777240"/>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800" b="1">
                <a:solidFill>
                  <a:srgbClr val="1A1A1A"/>
                </a:solidFill>
                <a:latin typeface="+mj-ea"/>
                <a:ea typeface="+mj-ea"/>
              </a:rPr>
              <a:t>天皇機関説</a:t>
            </a:r>
          </a:p>
        </p:txBody>
      </p:sp>
      <p:sp>
        <p:nvSpPr>
          <p:cNvPr id="11" name="TextBox 10"/>
          <p:cNvSpPr txBox="1"/>
          <p:nvPr/>
        </p:nvSpPr>
        <p:spPr>
          <a:xfrm>
            <a:off x="6382512" y="2514600"/>
            <a:ext cx="5303520" cy="3429000"/>
          </a:xfrm>
          <a:prstGeom prst="rect">
            <a:avLst/>
          </a:prstGeom>
          <a:noFill/>
        </p:spPr>
        <p:txBody>
          <a:bodyPr wrap="square" anchor="ctr">
            <a:spAutoFit/>
          </a:bodyPr>
          <a:lstStyle/>
          <a:p>
            <a:pPr algn="l">
              <a:lnSpc>
                <a:spcPct val="140000"/>
              </a:lnSpc>
            </a:pPr>
            <a:r>
              <a:rPr lang="ja-JP" sz="2600">
                <a:latin typeface="+mj-ea"/>
                <a:ea typeface="+mj-ea"/>
              </a:rPr>
              <a:t>◯</a:t>
            </a:r>
            <a:r>
              <a:rPr lang="ja-JP" sz="2600">
                <a:solidFill>
                  <a:srgbClr val="FFFF00"/>
                </a:solidFill>
                <a:latin typeface="+mj-ea"/>
                <a:ea typeface="+mj-ea"/>
              </a:rPr>
              <a:t>美濃部達吉</a:t>
            </a:r>
          </a:p>
          <a:p>
            <a:pPr algn="l">
              <a:lnSpc>
                <a:spcPct val="140000"/>
              </a:lnSpc>
            </a:pPr>
            <a:r>
              <a:rPr lang="ja-JP" sz="2600" u="sng">
                <a:latin typeface="+mj-ea"/>
                <a:ea typeface="+mj-ea"/>
              </a:rPr>
              <a:t>天皇機関説</a:t>
            </a:r>
            <a:r>
              <a:rPr lang="ja-JP" sz="2600">
                <a:latin typeface="+mj-ea"/>
                <a:ea typeface="+mj-ea"/>
              </a:rPr>
              <a:t>：</a:t>
            </a:r>
          </a:p>
          <a:p>
            <a:pPr algn="l">
              <a:lnSpc>
                <a:spcPct val="140000"/>
              </a:lnSpc>
            </a:pPr>
            <a:r>
              <a:rPr lang="ja-JP" sz="2600">
                <a:latin typeface="+mj-ea"/>
                <a:ea typeface="+mj-ea"/>
              </a:rPr>
              <a:t>天皇を国家の最高機関に置きながら、民衆の意向に基づく政党政治を実現していくべきであるという考え方</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1463040"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資料</a:t>
            </a:r>
          </a:p>
        </p:txBody>
      </p:sp>
      <p:sp>
        <p:nvSpPr>
          <p:cNvPr id="6" name="TextBox 5"/>
          <p:cNvSpPr txBox="1"/>
          <p:nvPr/>
        </p:nvSpPr>
        <p:spPr>
          <a:xfrm>
            <a:off x="2057400" y="548640"/>
            <a:ext cx="9765792" cy="777240"/>
          </a:xfrm>
          <a:prstGeom prst="rect">
            <a:avLst/>
          </a:prstGeom>
          <a:noFill/>
        </p:spPr>
        <p:txBody>
          <a:bodyPr wrap="square" anchor="ctr">
            <a:spAutoFit/>
          </a:bodyPr>
          <a:lstStyle/>
          <a:p>
            <a:pPr>
              <a:lnSpc>
                <a:spcPct val="100000"/>
              </a:lnSpc>
            </a:pPr>
            <a:r>
              <a:rPr lang="ja-JP" sz="2800">
                <a:latin typeface="+mj-ea"/>
                <a:ea typeface="+mj-ea"/>
              </a:rPr>
              <a:t>天皇機関説</a:t>
            </a:r>
          </a:p>
        </p:txBody>
      </p:sp>
      <p:sp>
        <p:nvSpPr>
          <p:cNvPr id="7" name="Rounded Rectangle 6"/>
          <p:cNvSpPr/>
          <p:nvPr/>
        </p:nvSpPr>
        <p:spPr>
          <a:xfrm>
            <a:off x="365760" y="1783080"/>
            <a:ext cx="11457432" cy="4526280"/>
          </a:xfrm>
          <a:prstGeom prst="roundRect">
            <a:avLst>
              <a:gd name="adj" fmla="val 5050"/>
            </a:avLst>
          </a:prstGeom>
          <a:solidFill>
            <a:srgbClr val="2A2A2A"/>
          </a:solidFill>
          <a:ln w="19050">
            <a:solidFill>
              <a:srgbClr val="FFFFFF"/>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508760"/>
            <a:ext cx="1463040" cy="5486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000" b="1">
                <a:solidFill>
                  <a:srgbClr val="1A1A1A"/>
                </a:solidFill>
                <a:latin typeface="+mj-ea"/>
                <a:ea typeface="+mj-ea"/>
              </a:rPr>
              <a:t>資料</a:t>
            </a:r>
          </a:p>
        </p:txBody>
      </p:sp>
      <p:sp>
        <p:nvSpPr>
          <p:cNvPr id="9" name="TextBox 8"/>
          <p:cNvSpPr txBox="1"/>
          <p:nvPr/>
        </p:nvSpPr>
        <p:spPr>
          <a:xfrm>
            <a:off x="594360" y="2011680"/>
            <a:ext cx="914400" cy="1097280"/>
          </a:xfrm>
          <a:prstGeom prst="rect">
            <a:avLst/>
          </a:prstGeom>
          <a:noFill/>
        </p:spPr>
        <p:txBody>
          <a:bodyPr wrap="square">
            <a:spAutoFit/>
          </a:bodyPr>
          <a:lstStyle/>
          <a:p>
            <a:pPr>
              <a:lnSpc>
                <a:spcPct val="100000"/>
              </a:lnSpc>
            </a:pPr>
            <a:r>
              <a:rPr lang="ja-JP" sz="7200">
                <a:solidFill>
                  <a:srgbClr val="454545"/>
                </a:solidFill>
                <a:latin typeface="+mj-ea"/>
                <a:ea typeface="+mj-ea"/>
              </a:rPr>
              <a:t>“</a:t>
            </a:r>
          </a:p>
        </p:txBody>
      </p:sp>
      <p:sp>
        <p:nvSpPr>
          <p:cNvPr id="10" name="TextBox 9"/>
          <p:cNvSpPr txBox="1"/>
          <p:nvPr/>
        </p:nvSpPr>
        <p:spPr>
          <a:xfrm>
            <a:off x="1371600" y="2194560"/>
            <a:ext cx="10085832" cy="3566160"/>
          </a:xfrm>
          <a:prstGeom prst="rect">
            <a:avLst/>
          </a:prstGeom>
          <a:noFill/>
        </p:spPr>
        <p:txBody>
          <a:bodyPr wrap="square" anchor="ctr">
            <a:spAutoFit/>
          </a:bodyPr>
          <a:lstStyle/>
          <a:p>
            <a:pPr>
              <a:lnSpc>
                <a:spcPct val="150000"/>
              </a:lnSpc>
            </a:pPr>
            <a:r>
              <a:rPr lang="ja-JP" sz="2200">
                <a:latin typeface="+mj-ea"/>
                <a:ea typeface="+mj-ea"/>
              </a:rPr>
              <a:t>所謂機関説と申しまするのは、国家それ自身を一つの生命あり、それ自身に目的を有する恒久的の団体、即ち法律学上の言葉を以てせば一つの法人と観念いたしまして、天皇は此の法人たる国家の元首たる地位に在しまし、国家を代表して国家の一切の権利を総攬し給ひ、天皇が憲法に従つて行はせられまする行為が、即ち国家の行為たる効力を生ずると云ふことを云ひ表はすものであります。</a:t>
            </a:r>
          </a:p>
        </p:txBody>
      </p:sp>
      <p:sp>
        <p:nvSpPr>
          <p:cNvPr id="11" name="TextBox 10"/>
          <p:cNvSpPr txBox="1"/>
          <p:nvPr/>
        </p:nvSpPr>
        <p:spPr>
          <a:xfrm>
            <a:off x="1371600" y="5623560"/>
            <a:ext cx="10085832" cy="548640"/>
          </a:xfrm>
          <a:prstGeom prst="rect">
            <a:avLst/>
          </a:prstGeom>
          <a:noFill/>
        </p:spPr>
        <p:txBody>
          <a:bodyPr wrap="square">
            <a:spAutoFit/>
          </a:bodyPr>
          <a:lstStyle/>
          <a:p>
            <a:pPr algn="r">
              <a:lnSpc>
                <a:spcPct val="100000"/>
              </a:lnSpc>
            </a:pPr>
            <a:r>
              <a:rPr lang="ja-JP" sz="2200">
                <a:solidFill>
                  <a:srgbClr val="BBBBBB"/>
                </a:solidFill>
                <a:latin typeface="+mj-ea"/>
                <a:ea typeface="+mj-ea"/>
              </a:rPr>
              <a:t>美濃部達吉</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084831"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考えよう</a:t>
            </a:r>
          </a:p>
        </p:txBody>
      </p:sp>
      <p:sp>
        <p:nvSpPr>
          <p:cNvPr id="6" name="Rounded Rectangle 5"/>
          <p:cNvSpPr/>
          <p:nvPr/>
        </p:nvSpPr>
        <p:spPr>
          <a:xfrm>
            <a:off x="365760" y="2117089"/>
            <a:ext cx="11457432" cy="115925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Q1　史料の中で、天皇の行為が「国家の行為」になる条件が書かれた部分に線を引こう</a:t>
            </a:r>
          </a:p>
        </p:txBody>
      </p:sp>
      <p:sp>
        <p:nvSpPr>
          <p:cNvPr id="7" name="Rounded Rectangle 6"/>
          <p:cNvSpPr/>
          <p:nvPr/>
        </p:nvSpPr>
        <p:spPr>
          <a:xfrm>
            <a:off x="365760" y="3596386"/>
            <a:ext cx="11457432" cy="115925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Q2　美濃部の考えに近いのはどっち？</a:t>
            </a:r>
          </a:p>
          <a:p>
            <a:pPr algn="l">
              <a:lnSpc>
                <a:spcPct val="130000"/>
              </a:lnSpc>
            </a:pPr>
            <a:r>
              <a:rPr lang="ja-JP" sz="2600">
                <a:solidFill>
                  <a:srgbClr val="FFFFFF"/>
                </a:solidFill>
                <a:latin typeface="+mj-ea"/>
                <a:ea typeface="+mj-ea"/>
              </a:rPr>
              <a:t>　　ア：天皇は憲法より上にいる　　イ：天皇も憲法に従う</a:t>
            </a:r>
          </a:p>
        </p:txBody>
      </p:sp>
      <p:sp>
        <p:nvSpPr>
          <p:cNvPr id="8" name="Rounded Rectangle 7"/>
          <p:cNvSpPr/>
          <p:nvPr/>
        </p:nvSpPr>
        <p:spPr>
          <a:xfrm>
            <a:off x="365760" y="5075682"/>
            <a:ext cx="11457432" cy="71678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Q3　「イ」の考えが攻撃されたのはなぜだろう？</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084831"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原敬内閣</a:t>
            </a:r>
          </a:p>
        </p:txBody>
      </p:sp>
      <p:sp>
        <p:nvSpPr>
          <p:cNvPr id="6" name="Rounded Rectangle 5"/>
          <p:cNvSpPr/>
          <p:nvPr/>
        </p:nvSpPr>
        <p:spPr>
          <a:xfrm>
            <a:off x="365760" y="1723898"/>
            <a:ext cx="11457432" cy="71678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★原敬が総理大臣になったことで、普通選挙運動が大盛り上がり</a:t>
            </a:r>
          </a:p>
        </p:txBody>
      </p:sp>
      <p:sp>
        <p:nvSpPr>
          <p:cNvPr id="7" name="Down Arrow 6"/>
          <p:cNvSpPr/>
          <p:nvPr/>
        </p:nvSpPr>
        <p:spPr>
          <a:xfrm>
            <a:off x="5838444" y="2623566"/>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3153918"/>
            <a:ext cx="11457432" cy="115925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しかし、労働運動・農民運動・社会主義運動がこれ以上盛り上がってしまう</a:t>
            </a:r>
          </a:p>
        </p:txBody>
      </p:sp>
      <p:sp>
        <p:nvSpPr>
          <p:cNvPr id="9" name="Down Arrow 8"/>
          <p:cNvSpPr/>
          <p:nvPr/>
        </p:nvSpPr>
        <p:spPr>
          <a:xfrm>
            <a:off x="5838444" y="4496053"/>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5026406"/>
            <a:ext cx="11457432" cy="1159256"/>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普通選挙の実現は叶わなかったが、納税要件を緩和させて、有権者数を増加させた</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4005072"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デモクラシーの高揚</a:t>
            </a:r>
          </a:p>
        </p:txBody>
      </p:sp>
      <p:sp>
        <p:nvSpPr>
          <p:cNvPr id="6" name="TextBox 5"/>
          <p:cNvSpPr txBox="1"/>
          <p:nvPr/>
        </p:nvSpPr>
        <p:spPr>
          <a:xfrm>
            <a:off x="4599432" y="548640"/>
            <a:ext cx="7223759" cy="777240"/>
          </a:xfrm>
          <a:prstGeom prst="rect">
            <a:avLst/>
          </a:prstGeom>
          <a:noFill/>
        </p:spPr>
        <p:txBody>
          <a:bodyPr wrap="square" anchor="ctr">
            <a:spAutoFit/>
          </a:bodyPr>
          <a:lstStyle/>
          <a:p>
            <a:pPr>
              <a:lnSpc>
                <a:spcPct val="100000"/>
              </a:lnSpc>
            </a:pPr>
            <a:r>
              <a:rPr lang="ja-JP" sz="2000">
                <a:latin typeface="+mj-ea"/>
                <a:ea typeface="+mj-ea"/>
              </a:rPr>
              <a:t>大正デモクラシーの盛り上がりを受けて起こった運動を見てみよう</a:t>
            </a:r>
          </a:p>
        </p:txBody>
      </p:sp>
      <p:sp>
        <p:nvSpPr>
          <p:cNvPr id="7" name="Rounded Rectangle 6"/>
          <p:cNvSpPr/>
          <p:nvPr/>
        </p:nvSpPr>
        <p:spPr>
          <a:xfrm>
            <a:off x="365760" y="1826513"/>
            <a:ext cx="6949440" cy="4256532"/>
          </a:xfrm>
          <a:prstGeom prst="roundRect">
            <a:avLst>
              <a:gd name="adj" fmla="val 537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「労働運動」</a:t>
            </a:r>
          </a:p>
          <a:p>
            <a:pPr algn="l">
              <a:lnSpc>
                <a:spcPct val="130000"/>
              </a:lnSpc>
            </a:pPr>
            <a:r>
              <a:rPr lang="ja-JP" sz="2600">
                <a:solidFill>
                  <a:srgbClr val="FFFFFF"/>
                </a:solidFill>
                <a:latin typeface="+mj-ea"/>
                <a:ea typeface="+mj-ea"/>
              </a:rPr>
              <a:t>1919年、</a:t>
            </a:r>
            <a:r>
              <a:rPr lang="ja-JP" sz="2600">
                <a:solidFill>
                  <a:srgbClr val="FFFF00"/>
                </a:solidFill>
                <a:latin typeface="+mj-ea"/>
                <a:ea typeface="+mj-ea"/>
              </a:rPr>
              <a:t>国際労働機関</a:t>
            </a:r>
            <a:r>
              <a:rPr lang="ja-JP" sz="2600">
                <a:solidFill>
                  <a:srgbClr val="FFFFFF"/>
                </a:solidFill>
                <a:latin typeface="+mj-ea"/>
                <a:ea typeface="+mj-ea"/>
              </a:rPr>
              <a:t>（ILO）が設立された。これは労働問題を国際的に協議する国際連盟の姉妹機関のようなもの。</a:t>
            </a:r>
          </a:p>
          <a:p>
            <a:pPr algn="l">
              <a:lnSpc>
                <a:spcPct val="130000"/>
              </a:lnSpc>
            </a:pPr>
            <a:r>
              <a:rPr lang="ja-JP" sz="2600">
                <a:solidFill>
                  <a:srgbClr val="FFFFFF"/>
                </a:solidFill>
                <a:latin typeface="+mj-ea"/>
                <a:ea typeface="+mj-ea"/>
              </a:rPr>
              <a:t>賃上げや労働条件の改善を訴え、日本でも労働争議が多発。1920年には</a:t>
            </a:r>
            <a:r>
              <a:rPr lang="ja-JP" sz="2600" u="sng">
                <a:solidFill>
                  <a:srgbClr val="FFFFFF"/>
                </a:solidFill>
                <a:latin typeface="+mj-ea"/>
                <a:ea typeface="+mj-ea"/>
              </a:rPr>
              <a:t>第1回メーデー</a:t>
            </a:r>
            <a:r>
              <a:rPr lang="ja-JP" sz="2600">
                <a:solidFill>
                  <a:srgbClr val="FFFFFF"/>
                </a:solidFill>
                <a:latin typeface="+mj-ea"/>
                <a:ea typeface="+mj-ea"/>
              </a:rPr>
              <a:t>が開催され、1921年には</a:t>
            </a:r>
            <a:r>
              <a:rPr lang="ja-JP" sz="2600" u="sng">
                <a:solidFill>
                  <a:srgbClr val="FFFFFF"/>
                </a:solidFill>
                <a:latin typeface="+mj-ea"/>
                <a:ea typeface="+mj-ea"/>
              </a:rPr>
              <a:t>日本労働総同盟</a:t>
            </a:r>
            <a:r>
              <a:rPr lang="ja-JP" sz="2600">
                <a:solidFill>
                  <a:srgbClr val="FFFFFF"/>
                </a:solidFill>
                <a:latin typeface="+mj-ea"/>
                <a:ea typeface="+mj-ea"/>
              </a:rPr>
              <a:t>が結成。</a:t>
            </a:r>
          </a:p>
        </p:txBody>
      </p:sp>
      <p:sp>
        <p:nvSpPr>
          <p:cNvPr id="8" name="Rectangle 7"/>
          <p:cNvSpPr/>
          <p:nvPr/>
        </p:nvSpPr>
        <p:spPr>
          <a:xfrm>
            <a:off x="7534656" y="2126149"/>
            <a:ext cx="4343399" cy="32000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4.jpeg"/>
          <p:cNvPicPr>
            <a:picLocks noChangeAspect="1"/>
          </p:cNvPicPr>
          <p:nvPr/>
        </p:nvPicPr>
        <p:blipFill>
          <a:blip r:embed="rId2"/>
          <a:stretch>
            <a:fillRect/>
          </a:stretch>
        </p:blipFill>
        <p:spPr>
          <a:xfrm>
            <a:off x="7589520" y="2181013"/>
            <a:ext cx="4233671" cy="3090332"/>
          </a:xfrm>
          <a:prstGeom prst="rect">
            <a:avLst/>
          </a:prstGeom>
        </p:spPr>
      </p:pic>
      <p:sp>
        <p:nvSpPr>
          <p:cNvPr id="10" name="TextBox 9"/>
          <p:cNvSpPr txBox="1"/>
          <p:nvPr/>
        </p:nvSpPr>
        <p:spPr>
          <a:xfrm>
            <a:off x="7589520" y="6053327"/>
            <a:ext cx="4233671" cy="438912"/>
          </a:xfrm>
          <a:prstGeom prst="rect">
            <a:avLst/>
          </a:prstGeom>
          <a:noFill/>
        </p:spPr>
        <p:txBody>
          <a:bodyPr wrap="square">
            <a:spAutoFit/>
          </a:bodyPr>
          <a:lstStyle/>
          <a:p>
            <a:pPr algn="ctr">
              <a:lnSpc>
                <a:spcPct val="100000"/>
              </a:lnSpc>
            </a:pPr>
            <a:r>
              <a:rPr lang="ja-JP" sz="2000">
                <a:solidFill>
                  <a:srgbClr val="BBBBBB"/>
                </a:solidFill>
                <a:latin typeface="+mj-ea"/>
                <a:ea typeface="+mj-ea"/>
              </a:rPr>
              <a:t>労働争議の発生件数と参加人数</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4005072"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デモクラシーの高揚</a:t>
            </a:r>
          </a:p>
        </p:txBody>
      </p:sp>
      <p:sp>
        <p:nvSpPr>
          <p:cNvPr id="6" name="Rounded Rectangle 5"/>
          <p:cNvSpPr/>
          <p:nvPr/>
        </p:nvSpPr>
        <p:spPr>
          <a:xfrm>
            <a:off x="365760" y="2268982"/>
            <a:ext cx="6949440" cy="3371596"/>
          </a:xfrm>
          <a:prstGeom prst="roundRect">
            <a:avLst>
              <a:gd name="adj" fmla="val 678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「農民運動」</a:t>
            </a:r>
          </a:p>
          <a:p>
            <a:pPr algn="l">
              <a:lnSpc>
                <a:spcPct val="130000"/>
              </a:lnSpc>
            </a:pPr>
            <a:r>
              <a:rPr lang="ja-JP" sz="2600">
                <a:solidFill>
                  <a:srgbClr val="FFFFFF"/>
                </a:solidFill>
                <a:latin typeface="+mj-ea"/>
                <a:ea typeface="+mj-ea"/>
              </a:rPr>
              <a:t>農村では小作料の減免を受ける</a:t>
            </a:r>
            <a:r>
              <a:rPr lang="ja-JP" sz="2600" u="sng">
                <a:solidFill>
                  <a:srgbClr val="FFFFFF"/>
                </a:solidFill>
                <a:latin typeface="+mj-ea"/>
                <a:ea typeface="+mj-ea"/>
              </a:rPr>
              <a:t>小作争議</a:t>
            </a:r>
            <a:r>
              <a:rPr lang="ja-JP" sz="2600">
                <a:solidFill>
                  <a:srgbClr val="FFFFFF"/>
                </a:solidFill>
                <a:latin typeface="+mj-ea"/>
                <a:ea typeface="+mj-ea"/>
              </a:rPr>
              <a:t>が頻発。1922年には日本農民組合が結成。</a:t>
            </a:r>
          </a:p>
          <a:p>
            <a:pPr algn="l">
              <a:lnSpc>
                <a:spcPct val="130000"/>
              </a:lnSpc>
            </a:pPr>
            <a:r>
              <a:rPr lang="ja-JP" sz="2600">
                <a:solidFill>
                  <a:srgbClr val="FFFFFF"/>
                </a:solidFill>
                <a:latin typeface="+mj-ea"/>
                <a:ea typeface="+mj-ea"/>
              </a:rPr>
              <a:t>政府は農民の声に応える形で、1924年に小作調停法を制定し、小作人の権利を拡大。</a:t>
            </a:r>
          </a:p>
        </p:txBody>
      </p:sp>
      <p:sp>
        <p:nvSpPr>
          <p:cNvPr id="7" name="Rectangle 6"/>
          <p:cNvSpPr/>
          <p:nvPr/>
        </p:nvSpPr>
        <p:spPr>
          <a:xfrm>
            <a:off x="7534656" y="2158109"/>
            <a:ext cx="4343399" cy="313614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3.jpeg"/>
          <p:cNvPicPr>
            <a:picLocks noChangeAspect="1"/>
          </p:cNvPicPr>
          <p:nvPr/>
        </p:nvPicPr>
        <p:blipFill>
          <a:blip r:embed="rId2"/>
          <a:stretch>
            <a:fillRect/>
          </a:stretch>
        </p:blipFill>
        <p:spPr>
          <a:xfrm>
            <a:off x="7589520" y="2212973"/>
            <a:ext cx="4233671" cy="3026413"/>
          </a:xfrm>
          <a:prstGeom prst="rect">
            <a:avLst/>
          </a:prstGeom>
        </p:spPr>
      </p:pic>
      <p:sp>
        <p:nvSpPr>
          <p:cNvPr id="9" name="TextBox 8"/>
          <p:cNvSpPr txBox="1"/>
          <p:nvPr/>
        </p:nvSpPr>
        <p:spPr>
          <a:xfrm>
            <a:off x="7589520" y="6053327"/>
            <a:ext cx="4233671" cy="438912"/>
          </a:xfrm>
          <a:prstGeom prst="rect">
            <a:avLst/>
          </a:prstGeom>
          <a:noFill/>
        </p:spPr>
        <p:txBody>
          <a:bodyPr wrap="square">
            <a:spAutoFit/>
          </a:bodyPr>
          <a:lstStyle/>
          <a:p>
            <a:pPr algn="ctr">
              <a:lnSpc>
                <a:spcPct val="100000"/>
              </a:lnSpc>
            </a:pPr>
            <a:r>
              <a:rPr lang="ja-JP" sz="2000">
                <a:solidFill>
                  <a:srgbClr val="BBBBBB"/>
                </a:solidFill>
                <a:latin typeface="+mj-ea"/>
                <a:ea typeface="+mj-ea"/>
              </a:rPr>
              <a:t>小作争議の発生件数と参加人数</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85292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比べてみよう</a:t>
            </a:r>
          </a:p>
        </p:txBody>
      </p:sp>
      <p:sp>
        <p:nvSpPr>
          <p:cNvPr id="6" name="TextBox 5"/>
          <p:cNvSpPr txBox="1"/>
          <p:nvPr/>
        </p:nvSpPr>
        <p:spPr>
          <a:xfrm>
            <a:off x="3447288" y="548640"/>
            <a:ext cx="8375904" cy="777240"/>
          </a:xfrm>
          <a:prstGeom prst="rect">
            <a:avLst/>
          </a:prstGeom>
          <a:noFill/>
        </p:spPr>
        <p:txBody>
          <a:bodyPr wrap="square" anchor="ctr">
            <a:spAutoFit/>
          </a:bodyPr>
          <a:lstStyle/>
          <a:p>
            <a:pPr>
              <a:lnSpc>
                <a:spcPct val="100000"/>
              </a:lnSpc>
            </a:pPr>
            <a:r>
              <a:rPr lang="ja-JP" sz="2000">
                <a:latin typeface="+mj-ea"/>
                <a:ea typeface="+mj-ea"/>
              </a:rPr>
              <a:t>＜労働争議と小作争議の発生件数と参加人数を比較してみよう！＞</a:t>
            </a:r>
          </a:p>
        </p:txBody>
      </p:sp>
      <p:sp>
        <p:nvSpPr>
          <p:cNvPr id="7" name="Rectangle 6"/>
          <p:cNvSpPr/>
          <p:nvPr/>
        </p:nvSpPr>
        <p:spPr>
          <a:xfrm>
            <a:off x="310896" y="1618881"/>
            <a:ext cx="5733288" cy="42145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4.jpeg"/>
          <p:cNvPicPr>
            <a:picLocks noChangeAspect="1"/>
          </p:cNvPicPr>
          <p:nvPr/>
        </p:nvPicPr>
        <p:blipFill>
          <a:blip r:embed="rId2"/>
          <a:stretch>
            <a:fillRect/>
          </a:stretch>
        </p:blipFill>
        <p:spPr>
          <a:xfrm>
            <a:off x="365760" y="1673745"/>
            <a:ext cx="5623560" cy="4104868"/>
          </a:xfrm>
          <a:prstGeom prst="rect">
            <a:avLst/>
          </a:prstGeom>
        </p:spPr>
      </p:pic>
      <p:sp>
        <p:nvSpPr>
          <p:cNvPr id="9" name="TextBox 8"/>
          <p:cNvSpPr txBox="1"/>
          <p:nvPr/>
        </p:nvSpPr>
        <p:spPr>
          <a:xfrm>
            <a:off x="365760" y="6053327"/>
            <a:ext cx="5623560" cy="438912"/>
          </a:xfrm>
          <a:prstGeom prst="rect">
            <a:avLst/>
          </a:prstGeom>
          <a:noFill/>
        </p:spPr>
        <p:txBody>
          <a:bodyPr wrap="square">
            <a:spAutoFit/>
          </a:bodyPr>
          <a:lstStyle/>
          <a:p>
            <a:pPr algn="ctr">
              <a:lnSpc>
                <a:spcPct val="100000"/>
              </a:lnSpc>
            </a:pPr>
            <a:r>
              <a:rPr lang="ja-JP" sz="2000">
                <a:solidFill>
                  <a:srgbClr val="BBBBBB"/>
                </a:solidFill>
                <a:latin typeface="+mj-ea"/>
                <a:ea typeface="+mj-ea"/>
              </a:rPr>
              <a:t>労働争議</a:t>
            </a:r>
          </a:p>
        </p:txBody>
      </p:sp>
      <p:sp>
        <p:nvSpPr>
          <p:cNvPr id="10" name="Rectangle 9"/>
          <p:cNvSpPr/>
          <p:nvPr/>
        </p:nvSpPr>
        <p:spPr>
          <a:xfrm>
            <a:off x="6144768" y="1661332"/>
            <a:ext cx="5733288" cy="412969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3.jpeg"/>
          <p:cNvPicPr>
            <a:picLocks noChangeAspect="1"/>
          </p:cNvPicPr>
          <p:nvPr/>
        </p:nvPicPr>
        <p:blipFill>
          <a:blip r:embed="rId3"/>
          <a:stretch>
            <a:fillRect/>
          </a:stretch>
        </p:blipFill>
        <p:spPr>
          <a:xfrm>
            <a:off x="6199632" y="1716196"/>
            <a:ext cx="5623560" cy="4019966"/>
          </a:xfrm>
          <a:prstGeom prst="rect">
            <a:avLst/>
          </a:prstGeom>
        </p:spPr>
      </p:pic>
      <p:sp>
        <p:nvSpPr>
          <p:cNvPr id="12" name="TextBox 11"/>
          <p:cNvSpPr txBox="1"/>
          <p:nvPr/>
        </p:nvSpPr>
        <p:spPr>
          <a:xfrm>
            <a:off x="6199632" y="6053327"/>
            <a:ext cx="5623560" cy="438912"/>
          </a:xfrm>
          <a:prstGeom prst="rect">
            <a:avLst/>
          </a:prstGeom>
          <a:noFill/>
        </p:spPr>
        <p:txBody>
          <a:bodyPr wrap="square">
            <a:spAutoFit/>
          </a:bodyPr>
          <a:lstStyle/>
          <a:p>
            <a:pPr algn="ctr">
              <a:lnSpc>
                <a:spcPct val="100000"/>
              </a:lnSpc>
            </a:pPr>
            <a:r>
              <a:rPr lang="ja-JP" sz="2000">
                <a:solidFill>
                  <a:srgbClr val="BBBBBB"/>
                </a:solidFill>
                <a:latin typeface="+mj-ea"/>
                <a:ea typeface="+mj-ea"/>
              </a:rPr>
              <a:t>小作争議</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4005072"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デモクラシーの高揚</a:t>
            </a:r>
          </a:p>
        </p:txBody>
      </p:sp>
      <p:sp>
        <p:nvSpPr>
          <p:cNvPr id="6" name="Rounded Rectangle 5"/>
          <p:cNvSpPr/>
          <p:nvPr/>
        </p:nvSpPr>
        <p:spPr>
          <a:xfrm>
            <a:off x="365760" y="2047748"/>
            <a:ext cx="6675120" cy="3814064"/>
          </a:xfrm>
          <a:prstGeom prst="roundRect">
            <a:avLst>
              <a:gd name="adj" fmla="val 5993"/>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「女性運動」</a:t>
            </a:r>
          </a:p>
          <a:p>
            <a:pPr algn="l">
              <a:lnSpc>
                <a:spcPct val="130000"/>
              </a:lnSpc>
            </a:pPr>
            <a:r>
              <a:rPr lang="ja-JP" sz="2600">
                <a:solidFill>
                  <a:srgbClr val="FFFFFF"/>
                </a:solidFill>
                <a:latin typeface="+mj-ea"/>
                <a:ea typeface="+mj-ea"/>
              </a:rPr>
              <a:t>1911年、</a:t>
            </a:r>
            <a:r>
              <a:rPr lang="ja-JP" sz="2600">
                <a:solidFill>
                  <a:srgbClr val="FFFF00"/>
                </a:solidFill>
                <a:latin typeface="+mj-ea"/>
                <a:ea typeface="+mj-ea"/>
              </a:rPr>
              <a:t>平塚らいてう</a:t>
            </a:r>
            <a:r>
              <a:rPr lang="ja-JP" sz="2600">
                <a:solidFill>
                  <a:srgbClr val="FFFFFF"/>
                </a:solidFill>
                <a:latin typeface="+mj-ea"/>
                <a:ea typeface="+mj-ea"/>
              </a:rPr>
              <a:t>が</a:t>
            </a:r>
            <a:r>
              <a:rPr lang="ja-JP" sz="2600" u="sng">
                <a:solidFill>
                  <a:srgbClr val="FFFFFF"/>
                </a:solidFill>
                <a:latin typeface="+mj-ea"/>
                <a:ea typeface="+mj-ea"/>
              </a:rPr>
              <a:t>青鞜社</a:t>
            </a:r>
            <a:r>
              <a:rPr lang="ja-JP" sz="2600">
                <a:solidFill>
                  <a:srgbClr val="FFFFFF"/>
                </a:solidFill>
                <a:latin typeface="+mj-ea"/>
                <a:ea typeface="+mj-ea"/>
              </a:rPr>
              <a:t>を結成したが、これは女性の権利を求める運動というより、文学がメインの団体だった。</a:t>
            </a:r>
          </a:p>
          <a:p>
            <a:pPr algn="l">
              <a:lnSpc>
                <a:spcPct val="130000"/>
              </a:lnSpc>
            </a:pPr>
            <a:r>
              <a:rPr lang="ja-JP" sz="2600" u="sng">
                <a:solidFill>
                  <a:srgbClr val="FFFFFF"/>
                </a:solidFill>
                <a:latin typeface="+mj-ea"/>
                <a:ea typeface="+mj-ea"/>
              </a:rPr>
              <a:t>第一次世界大戦がきっかけで、女性の社会進出が拡大</a:t>
            </a:r>
            <a:r>
              <a:rPr lang="ja-JP" sz="2600">
                <a:solidFill>
                  <a:srgbClr val="FFFFFF"/>
                </a:solidFill>
                <a:latin typeface="+mj-ea"/>
                <a:ea typeface="+mj-ea"/>
              </a:rPr>
              <a:t>。1920年、</a:t>
            </a:r>
            <a:r>
              <a:rPr lang="ja-JP" sz="2600" u="sng">
                <a:solidFill>
                  <a:srgbClr val="FFFFFF"/>
                </a:solidFill>
                <a:latin typeface="+mj-ea"/>
                <a:ea typeface="+mj-ea"/>
              </a:rPr>
              <a:t>市川房枝</a:t>
            </a:r>
            <a:r>
              <a:rPr lang="ja-JP" sz="2600">
                <a:solidFill>
                  <a:srgbClr val="FFFFFF"/>
                </a:solidFill>
                <a:latin typeface="+mj-ea"/>
                <a:ea typeface="+mj-ea"/>
              </a:rPr>
              <a:t>らが新婦人協会を創設。</a:t>
            </a:r>
          </a:p>
        </p:txBody>
      </p:sp>
      <p:sp>
        <p:nvSpPr>
          <p:cNvPr id="7" name="Rectangle 6"/>
          <p:cNvSpPr/>
          <p:nvPr/>
        </p:nvSpPr>
        <p:spPr>
          <a:xfrm>
            <a:off x="7260336" y="2218904"/>
            <a:ext cx="4617720" cy="30145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5.jpeg"/>
          <p:cNvPicPr>
            <a:picLocks noChangeAspect="1"/>
          </p:cNvPicPr>
          <p:nvPr/>
        </p:nvPicPr>
        <p:blipFill>
          <a:blip r:embed="rId2"/>
          <a:stretch>
            <a:fillRect/>
          </a:stretch>
        </p:blipFill>
        <p:spPr>
          <a:xfrm>
            <a:off x="7315200" y="2273768"/>
            <a:ext cx="4507992" cy="2904823"/>
          </a:xfrm>
          <a:prstGeom prst="rect">
            <a:avLst/>
          </a:prstGeom>
        </p:spPr>
      </p:pic>
      <p:sp>
        <p:nvSpPr>
          <p:cNvPr id="9" name="TextBox 8"/>
          <p:cNvSpPr txBox="1"/>
          <p:nvPr/>
        </p:nvSpPr>
        <p:spPr>
          <a:xfrm>
            <a:off x="7315200" y="6053327"/>
            <a:ext cx="4507992" cy="438912"/>
          </a:xfrm>
          <a:prstGeom prst="rect">
            <a:avLst/>
          </a:prstGeom>
          <a:noFill/>
        </p:spPr>
        <p:txBody>
          <a:bodyPr wrap="square">
            <a:spAutoFit/>
          </a:bodyPr>
          <a:lstStyle/>
          <a:p>
            <a:pPr algn="ctr">
              <a:lnSpc>
                <a:spcPct val="100000"/>
              </a:lnSpc>
            </a:pPr>
            <a:r>
              <a:rPr lang="ja-JP" sz="2000">
                <a:solidFill>
                  <a:srgbClr val="BBBBBB"/>
                </a:solidFill>
                <a:latin typeface="+mj-ea"/>
                <a:ea typeface="+mj-ea"/>
              </a:rPr>
              <a:t>新婦人協会（平塚・市川）</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4005072"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デモクラシーの高揚</a:t>
            </a:r>
          </a:p>
        </p:txBody>
      </p:sp>
      <p:sp>
        <p:nvSpPr>
          <p:cNvPr id="6" name="Rounded Rectangle 5"/>
          <p:cNvSpPr/>
          <p:nvPr/>
        </p:nvSpPr>
        <p:spPr>
          <a:xfrm>
            <a:off x="365760" y="2304795"/>
            <a:ext cx="11457432" cy="2486660"/>
          </a:xfrm>
          <a:prstGeom prst="roundRect">
            <a:avLst>
              <a:gd name="adj" fmla="val 9193"/>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「女性運動」（つづき）</a:t>
            </a:r>
          </a:p>
          <a:p>
            <a:pPr algn="l">
              <a:lnSpc>
                <a:spcPct val="130000"/>
              </a:lnSpc>
            </a:pPr>
            <a:r>
              <a:rPr lang="ja-JP" sz="2600">
                <a:solidFill>
                  <a:srgbClr val="FFFFFF"/>
                </a:solidFill>
                <a:latin typeface="+mj-ea"/>
                <a:ea typeface="+mj-ea"/>
              </a:rPr>
              <a:t>新婦人協会の設立もあって、1922年、治安警察法が改正され、女性の政治演説会の参加が認められるようになった。</a:t>
            </a:r>
          </a:p>
          <a:p>
            <a:pPr algn="l">
              <a:lnSpc>
                <a:spcPct val="130000"/>
              </a:lnSpc>
            </a:pPr>
            <a:r>
              <a:rPr lang="ja-JP" sz="2600">
                <a:solidFill>
                  <a:srgbClr val="FFFFFF"/>
                </a:solidFill>
                <a:latin typeface="+mj-ea"/>
                <a:ea typeface="+mj-ea"/>
              </a:rPr>
              <a:t>1924年には婦人参政権獲得期成同盟会が結成されたが、女性参政権の獲得は戦後まで待つことになった。</a:t>
            </a:r>
          </a:p>
        </p:txBody>
      </p:sp>
      <p:sp>
        <p:nvSpPr>
          <p:cNvPr id="7" name="Rounded Rectangle 6"/>
          <p:cNvSpPr/>
          <p:nvPr/>
        </p:nvSpPr>
        <p:spPr>
          <a:xfrm>
            <a:off x="365760" y="4956048"/>
            <a:ext cx="11457432" cy="648716"/>
          </a:xfrm>
          <a:prstGeom prst="roundRect">
            <a:avLst>
              <a:gd name="adj" fmla="val 12000"/>
            </a:avLst>
          </a:prstGeom>
          <a:noFill/>
          <a:ln w="15875">
            <a:solidFill>
              <a:srgbClr val="454545"/>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lnSpc>
                <a:spcPct val="125000"/>
              </a:lnSpc>
            </a:pPr>
            <a:r>
              <a:rPr lang="ja-JP" sz="2200">
                <a:solidFill>
                  <a:srgbClr val="FFFFFF"/>
                </a:solidFill>
                <a:latin typeface="+mj-ea"/>
                <a:ea typeface="+mj-ea"/>
              </a:rPr>
              <a:t>　　　　『青鞜』創刊の辞（平塚らいてう）「元始、女性は実に太陽であった。」</a:t>
            </a:r>
          </a:p>
        </p:txBody>
      </p:sp>
      <p:sp>
        <p:nvSpPr>
          <p:cNvPr id="8" name="Rounded Rectangle 7"/>
          <p:cNvSpPr/>
          <p:nvPr/>
        </p:nvSpPr>
        <p:spPr>
          <a:xfrm>
            <a:off x="502920" y="5060950"/>
            <a:ext cx="1005840" cy="438912"/>
          </a:xfrm>
          <a:prstGeom prst="roundRect">
            <a:avLst>
              <a:gd name="adj" fmla="val 12000"/>
            </a:avLst>
          </a:prstGeom>
          <a:solidFill>
            <a:srgbClr val="3A3A3A"/>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1800">
                <a:solidFill>
                  <a:srgbClr val="BBBBBB"/>
                </a:solidFill>
                <a:latin typeface="+mj-ea"/>
                <a:ea typeface="+mj-ea"/>
              </a:rPr>
              <a:t>補足</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4005072"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デモクラシーの高揚</a:t>
            </a:r>
          </a:p>
        </p:txBody>
      </p:sp>
      <p:sp>
        <p:nvSpPr>
          <p:cNvPr id="6" name="Rounded Rectangle 5"/>
          <p:cNvSpPr/>
          <p:nvPr/>
        </p:nvSpPr>
        <p:spPr>
          <a:xfrm>
            <a:off x="365760" y="1642871"/>
            <a:ext cx="11457432" cy="160172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「社会主義運動」</a:t>
            </a:r>
          </a:p>
          <a:p>
            <a:pPr algn="l">
              <a:lnSpc>
                <a:spcPct val="130000"/>
              </a:lnSpc>
            </a:pPr>
            <a:r>
              <a:rPr lang="ja-JP" sz="2600">
                <a:solidFill>
                  <a:srgbClr val="FFFFFF"/>
                </a:solidFill>
                <a:latin typeface="+mj-ea"/>
                <a:ea typeface="+mj-ea"/>
              </a:rPr>
              <a:t>1922年、</a:t>
            </a:r>
            <a:r>
              <a:rPr lang="ja-JP" sz="2600" u="sng">
                <a:solidFill>
                  <a:srgbClr val="FFFFFF"/>
                </a:solidFill>
                <a:latin typeface="+mj-ea"/>
                <a:ea typeface="+mj-ea"/>
              </a:rPr>
              <a:t>コミンテルン</a:t>
            </a:r>
            <a:r>
              <a:rPr lang="ja-JP" sz="2600">
                <a:solidFill>
                  <a:srgbClr val="FFFFFF"/>
                </a:solidFill>
                <a:latin typeface="+mj-ea"/>
                <a:ea typeface="+mj-ea"/>
              </a:rPr>
              <a:t>の日本支部の</a:t>
            </a:r>
            <a:r>
              <a:rPr lang="ja-JP" sz="2600" u="sng">
                <a:solidFill>
                  <a:srgbClr val="FFFFFF"/>
                </a:solidFill>
                <a:latin typeface="+mj-ea"/>
                <a:ea typeface="+mj-ea"/>
              </a:rPr>
              <a:t>日本共産党</a:t>
            </a:r>
            <a:r>
              <a:rPr lang="ja-JP" sz="2600">
                <a:solidFill>
                  <a:srgbClr val="FFFFFF"/>
                </a:solidFill>
                <a:latin typeface="+mj-ea"/>
                <a:ea typeface="+mj-ea"/>
              </a:rPr>
              <a:t>が結成。堺利彦、山川均らによって作られた。</a:t>
            </a:r>
          </a:p>
        </p:txBody>
      </p:sp>
      <p:sp>
        <p:nvSpPr>
          <p:cNvPr id="7" name="Rounded Rectangle 6"/>
          <p:cNvSpPr/>
          <p:nvPr/>
        </p:nvSpPr>
        <p:spPr>
          <a:xfrm>
            <a:off x="365760" y="3409187"/>
            <a:ext cx="11457432" cy="2044192"/>
          </a:xfrm>
          <a:prstGeom prst="roundRect">
            <a:avLst>
              <a:gd name="adj" fmla="val 11182"/>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「全国水平社」</a:t>
            </a:r>
          </a:p>
          <a:p>
            <a:pPr algn="l">
              <a:lnSpc>
                <a:spcPct val="130000"/>
              </a:lnSpc>
            </a:pPr>
            <a:r>
              <a:rPr lang="ja-JP" sz="2600">
                <a:solidFill>
                  <a:srgbClr val="FFFFFF"/>
                </a:solidFill>
                <a:latin typeface="+mj-ea"/>
                <a:ea typeface="+mj-ea"/>
              </a:rPr>
              <a:t>1922年3月3日、部落差別を受け、苦しめられてきた人々約3000人が京都に集まり、自らの力による差別からの解放と、人間としての平等と自由の獲得をめざす全国水平社を創立した。</a:t>
            </a:r>
          </a:p>
        </p:txBody>
      </p:sp>
      <p:sp>
        <p:nvSpPr>
          <p:cNvPr id="8" name="Rounded Rectangle 7"/>
          <p:cNvSpPr/>
          <p:nvPr/>
        </p:nvSpPr>
        <p:spPr>
          <a:xfrm>
            <a:off x="365760" y="5617971"/>
            <a:ext cx="11457432" cy="648716"/>
          </a:xfrm>
          <a:prstGeom prst="roundRect">
            <a:avLst>
              <a:gd name="adj" fmla="val 12000"/>
            </a:avLst>
          </a:prstGeom>
          <a:noFill/>
          <a:ln w="15875">
            <a:solidFill>
              <a:srgbClr val="454545"/>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lnSpc>
                <a:spcPct val="125000"/>
              </a:lnSpc>
            </a:pPr>
            <a:r>
              <a:rPr lang="ja-JP" sz="2200">
                <a:solidFill>
                  <a:srgbClr val="FFFFFF"/>
                </a:solidFill>
                <a:latin typeface="+mj-ea"/>
                <a:ea typeface="+mj-ea"/>
              </a:rPr>
              <a:t>　　　　水平社宣言の結び「人の世に熱あれ、人間に光あれ。」</a:t>
            </a:r>
          </a:p>
        </p:txBody>
      </p:sp>
      <p:sp>
        <p:nvSpPr>
          <p:cNvPr id="9" name="Rounded Rectangle 8"/>
          <p:cNvSpPr/>
          <p:nvPr/>
        </p:nvSpPr>
        <p:spPr>
          <a:xfrm>
            <a:off x="502920" y="5722874"/>
            <a:ext cx="1005840" cy="438912"/>
          </a:xfrm>
          <a:prstGeom prst="roundRect">
            <a:avLst>
              <a:gd name="adj" fmla="val 12000"/>
            </a:avLst>
          </a:prstGeom>
          <a:solidFill>
            <a:srgbClr val="3A3A3A"/>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1800">
                <a:solidFill>
                  <a:srgbClr val="BBBBBB"/>
                </a:solidFill>
                <a:latin typeface="+mj-ea"/>
                <a:ea typeface="+mj-ea"/>
              </a:rPr>
              <a:t>補足</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3236976"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大正時代の経済</a:t>
            </a:r>
          </a:p>
        </p:txBody>
      </p:sp>
      <p:sp>
        <p:nvSpPr>
          <p:cNvPr id="6" name="Rounded Rectangle 5"/>
          <p:cNvSpPr/>
          <p:nvPr/>
        </p:nvSpPr>
        <p:spPr>
          <a:xfrm>
            <a:off x="365760" y="1455420"/>
            <a:ext cx="11457432" cy="682752"/>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日本は空前の好景気に沸いていた　なぜ？？</a:t>
            </a:r>
          </a:p>
        </p:txBody>
      </p:sp>
      <p:sp>
        <p:nvSpPr>
          <p:cNvPr id="7" name="Down Arrow 6"/>
          <p:cNvSpPr/>
          <p:nvPr/>
        </p:nvSpPr>
        <p:spPr>
          <a:xfrm>
            <a:off x="5838444" y="2321052"/>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2851404"/>
            <a:ext cx="11457432" cy="109118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a:t>
            </a:r>
            <a:r>
              <a:rPr lang="ja-JP" sz="2400">
                <a:solidFill>
                  <a:srgbClr val="FFFF00"/>
                </a:solidFill>
                <a:latin typeface="+mj-ea"/>
                <a:ea typeface="+mj-ea"/>
              </a:rPr>
              <a:t>第一次世界大戦</a:t>
            </a:r>
            <a:r>
              <a:rPr lang="ja-JP" sz="2400">
                <a:solidFill>
                  <a:srgbClr val="FFFFFF"/>
                </a:solidFill>
                <a:latin typeface="+mj-ea"/>
                <a:ea typeface="+mj-ea"/>
              </a:rPr>
              <a:t>によって、交戦中のヨーロッパからアジアへの輸出が止まったから</a:t>
            </a:r>
          </a:p>
        </p:txBody>
      </p:sp>
      <p:sp>
        <p:nvSpPr>
          <p:cNvPr id="9" name="Rounded Rectangle 8"/>
          <p:cNvSpPr/>
          <p:nvPr/>
        </p:nvSpPr>
        <p:spPr>
          <a:xfrm>
            <a:off x="365760" y="4107180"/>
            <a:ext cx="11457432" cy="109118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＞アジアで日本の輸出が拡大　重化学工業・繊維業・造船業が急成長</a:t>
            </a:r>
          </a:p>
          <a:p>
            <a:pPr algn="l">
              <a:lnSpc>
                <a:spcPct val="130000"/>
              </a:lnSpc>
            </a:pPr>
            <a:r>
              <a:rPr lang="ja-JP" sz="2400">
                <a:solidFill>
                  <a:srgbClr val="FFFFFF"/>
                </a:solidFill>
                <a:latin typeface="+mj-ea"/>
                <a:ea typeface="+mj-ea"/>
              </a:rPr>
              <a:t>　貿易収支は大幅黒字「</a:t>
            </a:r>
            <a:r>
              <a:rPr lang="ja-JP" sz="2400" u="sng">
                <a:solidFill>
                  <a:srgbClr val="FFFFFF"/>
                </a:solidFill>
                <a:latin typeface="+mj-ea"/>
                <a:ea typeface="+mj-ea"/>
              </a:rPr>
              <a:t>大戦景気</a:t>
            </a:r>
            <a:r>
              <a:rPr lang="ja-JP" sz="2400">
                <a:solidFill>
                  <a:srgbClr val="FFFFFF"/>
                </a:solidFill>
                <a:latin typeface="+mj-ea"/>
                <a:ea typeface="+mj-ea"/>
              </a:rPr>
              <a:t>」</a:t>
            </a:r>
          </a:p>
        </p:txBody>
      </p:sp>
      <p:sp>
        <p:nvSpPr>
          <p:cNvPr id="10" name="Rounded Rectangle 9"/>
          <p:cNvSpPr/>
          <p:nvPr/>
        </p:nvSpPr>
        <p:spPr>
          <a:xfrm>
            <a:off x="365760" y="5362956"/>
            <a:ext cx="11457432" cy="109118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＞ヨーロッパが市場に戻ってきた　大戦が終わると大戦景気はSTOPし、</a:t>
            </a:r>
          </a:p>
          <a:p>
            <a:pPr algn="l">
              <a:lnSpc>
                <a:spcPct val="130000"/>
              </a:lnSpc>
            </a:pPr>
            <a:r>
              <a:rPr lang="ja-JP" sz="2400">
                <a:solidFill>
                  <a:srgbClr val="FFFFFF"/>
                </a:solidFill>
                <a:latin typeface="+mj-ea"/>
                <a:ea typeface="+mj-ea"/>
              </a:rPr>
              <a:t>　日本は</a:t>
            </a:r>
            <a:r>
              <a:rPr lang="ja-JP" sz="2400" u="sng">
                <a:solidFill>
                  <a:srgbClr val="FFFFFF"/>
                </a:solidFill>
                <a:latin typeface="+mj-ea"/>
                <a:ea typeface="+mj-ea"/>
              </a:rPr>
              <a:t>戦後恐慌</a:t>
            </a:r>
            <a:r>
              <a:rPr lang="ja-JP" sz="2400">
                <a:solidFill>
                  <a:srgbClr val="FFFFFF"/>
                </a:solidFill>
                <a:latin typeface="+mj-ea"/>
                <a:ea typeface="+mj-ea"/>
              </a:rPr>
              <a:t>になってしまった</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468880"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関東大震災</a:t>
            </a:r>
          </a:p>
        </p:txBody>
      </p:sp>
      <p:sp>
        <p:nvSpPr>
          <p:cNvPr id="6" name="Rounded Rectangle 5"/>
          <p:cNvSpPr/>
          <p:nvPr/>
        </p:nvSpPr>
        <p:spPr>
          <a:xfrm>
            <a:off x="365760" y="2085340"/>
            <a:ext cx="11457432" cy="2044192"/>
          </a:xfrm>
          <a:prstGeom prst="roundRect">
            <a:avLst>
              <a:gd name="adj" fmla="val 11182"/>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1923年9月1日午前11時58分　関東地方を中心に巨大地震が発生。</a:t>
            </a:r>
          </a:p>
          <a:p>
            <a:pPr algn="l">
              <a:lnSpc>
                <a:spcPct val="130000"/>
              </a:lnSpc>
            </a:pPr>
            <a:r>
              <a:rPr lang="ja-JP" sz="2600">
                <a:solidFill>
                  <a:srgbClr val="FFFFFF"/>
                </a:solidFill>
                <a:latin typeface="+mj-ea"/>
                <a:ea typeface="+mj-ea"/>
              </a:rPr>
              <a:t>地震そのものの死者よりも火災による死者の方が多く、死者は10万人を超えた。</a:t>
            </a:r>
          </a:p>
        </p:txBody>
      </p:sp>
      <p:sp>
        <p:nvSpPr>
          <p:cNvPr id="7" name="Rounded Rectangle 6"/>
          <p:cNvSpPr/>
          <p:nvPr/>
        </p:nvSpPr>
        <p:spPr>
          <a:xfrm>
            <a:off x="365760" y="4294124"/>
            <a:ext cx="11457432" cy="716788"/>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★1920年代前半は、</a:t>
            </a:r>
            <a:r>
              <a:rPr lang="ja-JP" sz="2600">
                <a:solidFill>
                  <a:srgbClr val="FFFF00"/>
                </a:solidFill>
                <a:latin typeface="+mj-ea"/>
                <a:ea typeface="+mj-ea"/>
              </a:rPr>
              <a:t>戦後恐慌</a:t>
            </a:r>
            <a:r>
              <a:rPr lang="ja-JP" sz="2600">
                <a:solidFill>
                  <a:srgbClr val="FFFFFF"/>
                </a:solidFill>
                <a:latin typeface="+mj-ea"/>
                <a:ea typeface="+mj-ea"/>
              </a:rPr>
              <a:t>　⇨　</a:t>
            </a:r>
            <a:r>
              <a:rPr lang="ja-JP" sz="2600">
                <a:solidFill>
                  <a:srgbClr val="FFFF00"/>
                </a:solidFill>
                <a:latin typeface="+mj-ea"/>
                <a:ea typeface="+mj-ea"/>
              </a:rPr>
              <a:t>震災恐慌</a:t>
            </a:r>
            <a:r>
              <a:rPr lang="ja-JP" sz="2600">
                <a:solidFill>
                  <a:srgbClr val="FFFFFF"/>
                </a:solidFill>
                <a:latin typeface="+mj-ea"/>
                <a:ea typeface="+mj-ea"/>
              </a:rPr>
              <a:t>　と恐慌が続く時代</a:t>
            </a:r>
          </a:p>
        </p:txBody>
      </p:sp>
      <p:sp>
        <p:nvSpPr>
          <p:cNvPr id="8" name="Rounded Rectangle 7"/>
          <p:cNvSpPr/>
          <p:nvPr/>
        </p:nvSpPr>
        <p:spPr>
          <a:xfrm>
            <a:off x="365760" y="5175504"/>
            <a:ext cx="11457432" cy="648716"/>
          </a:xfrm>
          <a:prstGeom prst="roundRect">
            <a:avLst>
              <a:gd name="adj" fmla="val 12000"/>
            </a:avLst>
          </a:prstGeom>
          <a:noFill/>
          <a:ln w="15875">
            <a:solidFill>
              <a:srgbClr val="454545"/>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lnSpc>
                <a:spcPct val="125000"/>
              </a:lnSpc>
            </a:pPr>
            <a:r>
              <a:rPr lang="ja-JP" sz="2200">
                <a:solidFill>
                  <a:srgbClr val="FFFFFF"/>
                </a:solidFill>
                <a:latin typeface="+mj-ea"/>
                <a:ea typeface="+mj-ea"/>
              </a:rPr>
              <a:t>　　　　混乱の中で流言が広がり、多くの朝鮮人や中国人が殺害された</a:t>
            </a:r>
          </a:p>
        </p:txBody>
      </p:sp>
      <p:sp>
        <p:nvSpPr>
          <p:cNvPr id="9" name="Rounded Rectangle 8"/>
          <p:cNvSpPr/>
          <p:nvPr/>
        </p:nvSpPr>
        <p:spPr>
          <a:xfrm>
            <a:off x="502920" y="5280406"/>
            <a:ext cx="1005840" cy="438912"/>
          </a:xfrm>
          <a:prstGeom prst="roundRect">
            <a:avLst>
              <a:gd name="adj" fmla="val 12000"/>
            </a:avLst>
          </a:prstGeom>
          <a:solidFill>
            <a:srgbClr val="3A3A3A"/>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1800">
                <a:solidFill>
                  <a:srgbClr val="BBBBBB"/>
                </a:solidFill>
                <a:latin typeface="+mj-ea"/>
                <a:ea typeface="+mj-ea"/>
              </a:rPr>
              <a:t>補足</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85292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清浦奎吾内閣</a:t>
            </a:r>
          </a:p>
        </p:txBody>
      </p:sp>
      <p:sp>
        <p:nvSpPr>
          <p:cNvPr id="6" name="TextBox 5"/>
          <p:cNvSpPr txBox="1"/>
          <p:nvPr/>
        </p:nvSpPr>
        <p:spPr>
          <a:xfrm>
            <a:off x="3447288" y="548640"/>
            <a:ext cx="8375904" cy="777240"/>
          </a:xfrm>
          <a:prstGeom prst="rect">
            <a:avLst/>
          </a:prstGeom>
          <a:noFill/>
        </p:spPr>
        <p:txBody>
          <a:bodyPr wrap="square" anchor="ctr">
            <a:spAutoFit/>
          </a:bodyPr>
          <a:lstStyle/>
          <a:p>
            <a:pPr>
              <a:lnSpc>
                <a:spcPct val="100000"/>
              </a:lnSpc>
            </a:pPr>
            <a:r>
              <a:rPr lang="ja-JP" sz="2800">
                <a:latin typeface="+mj-ea"/>
                <a:ea typeface="+mj-ea"/>
              </a:rPr>
              <a:t>…超然内閣（政党も国民も無視）</a:t>
            </a:r>
          </a:p>
        </p:txBody>
      </p:sp>
      <p:sp>
        <p:nvSpPr>
          <p:cNvPr id="7" name="Rounded Rectangle 6"/>
          <p:cNvSpPr/>
          <p:nvPr/>
        </p:nvSpPr>
        <p:spPr>
          <a:xfrm>
            <a:off x="365760" y="1502664"/>
            <a:ext cx="11457432" cy="1601724"/>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なぜ？？</a:t>
            </a:r>
          </a:p>
          <a:p>
            <a:pPr algn="l">
              <a:lnSpc>
                <a:spcPct val="130000"/>
              </a:lnSpc>
            </a:pPr>
            <a:r>
              <a:rPr lang="ja-JP" sz="2600">
                <a:solidFill>
                  <a:srgbClr val="FFFFFF"/>
                </a:solidFill>
                <a:latin typeface="+mj-ea"/>
                <a:ea typeface="+mj-ea"/>
              </a:rPr>
              <a:t>関東大震災による社会不安の中、人々に自由を与えると何をするかわからないと考えたから</a:t>
            </a:r>
          </a:p>
        </p:txBody>
      </p:sp>
      <p:sp>
        <p:nvSpPr>
          <p:cNvPr id="8" name="Down Arrow 7"/>
          <p:cNvSpPr/>
          <p:nvPr/>
        </p:nvSpPr>
        <p:spPr>
          <a:xfrm>
            <a:off x="5838444" y="3287268"/>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3817620"/>
            <a:ext cx="11457432" cy="1159256"/>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みんなの意見を無視して政治をやったことで、結果的に周りを怒らせた</a:t>
            </a:r>
          </a:p>
        </p:txBody>
      </p:sp>
      <p:sp>
        <p:nvSpPr>
          <p:cNvPr id="10" name="Down Arrow 9"/>
          <p:cNvSpPr/>
          <p:nvPr/>
        </p:nvSpPr>
        <p:spPr>
          <a:xfrm>
            <a:off x="5838444" y="5159755"/>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5690107"/>
            <a:ext cx="11457432" cy="716788"/>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護憲三派による第二次護憲運動が始まった</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084831"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護憲三派</a:t>
            </a:r>
          </a:p>
        </p:txBody>
      </p:sp>
      <p:sp>
        <p:nvSpPr>
          <p:cNvPr id="6" name="Rounded Rectangle 5"/>
          <p:cNvSpPr/>
          <p:nvPr/>
        </p:nvSpPr>
        <p:spPr>
          <a:xfrm>
            <a:off x="365760" y="1693925"/>
            <a:ext cx="6766559" cy="139750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a:t>
            </a:r>
            <a:r>
              <a:rPr lang="ja-JP" sz="2200">
                <a:solidFill>
                  <a:srgbClr val="FFFF00"/>
                </a:solidFill>
                <a:latin typeface="+mj-ea"/>
                <a:ea typeface="+mj-ea"/>
              </a:rPr>
              <a:t>護憲三派</a:t>
            </a:r>
            <a:r>
              <a:rPr lang="ja-JP" sz="2200">
                <a:solidFill>
                  <a:srgbClr val="FFFFFF"/>
                </a:solidFill>
                <a:latin typeface="+mj-ea"/>
                <a:ea typeface="+mj-ea"/>
              </a:rPr>
              <a:t>とは？？</a:t>
            </a:r>
          </a:p>
          <a:p>
            <a:pPr algn="l">
              <a:lnSpc>
                <a:spcPct val="130000"/>
              </a:lnSpc>
            </a:pPr>
            <a:r>
              <a:rPr lang="ja-JP" sz="2200">
                <a:solidFill>
                  <a:srgbClr val="FFFFFF"/>
                </a:solidFill>
                <a:latin typeface="+mj-ea"/>
                <a:ea typeface="+mj-ea"/>
              </a:rPr>
              <a:t>第二次護憲運動をやっていた3つの政党のこと。</a:t>
            </a:r>
          </a:p>
        </p:txBody>
      </p:sp>
      <p:sp>
        <p:nvSpPr>
          <p:cNvPr id="7" name="Rounded Rectangle 6"/>
          <p:cNvSpPr/>
          <p:nvPr/>
        </p:nvSpPr>
        <p:spPr>
          <a:xfrm>
            <a:off x="365760" y="3256025"/>
            <a:ext cx="6766559" cy="139750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立憲政友会の</a:t>
            </a:r>
            <a:r>
              <a:rPr lang="ja-JP" sz="2200">
                <a:solidFill>
                  <a:srgbClr val="FFFF00"/>
                </a:solidFill>
                <a:latin typeface="+mj-ea"/>
                <a:ea typeface="+mj-ea"/>
              </a:rPr>
              <a:t>高橋是清</a:t>
            </a:r>
          </a:p>
          <a:p>
            <a:pPr algn="l">
              <a:lnSpc>
                <a:spcPct val="130000"/>
              </a:lnSpc>
            </a:pPr>
            <a:r>
              <a:rPr lang="ja-JP" sz="2200">
                <a:solidFill>
                  <a:srgbClr val="FFFFFF"/>
                </a:solidFill>
                <a:latin typeface="+mj-ea"/>
                <a:ea typeface="+mj-ea"/>
              </a:rPr>
              <a:t>憲政会の</a:t>
            </a:r>
            <a:r>
              <a:rPr lang="ja-JP" sz="2200">
                <a:solidFill>
                  <a:srgbClr val="FFFF00"/>
                </a:solidFill>
                <a:latin typeface="+mj-ea"/>
                <a:ea typeface="+mj-ea"/>
              </a:rPr>
              <a:t>加藤高明</a:t>
            </a:r>
          </a:p>
          <a:p>
            <a:pPr algn="l">
              <a:lnSpc>
                <a:spcPct val="130000"/>
              </a:lnSpc>
            </a:pPr>
            <a:r>
              <a:rPr lang="ja-JP" sz="2200">
                <a:solidFill>
                  <a:srgbClr val="FFFFFF"/>
                </a:solidFill>
                <a:latin typeface="+mj-ea"/>
                <a:ea typeface="+mj-ea"/>
              </a:rPr>
              <a:t>革新倶楽部の</a:t>
            </a:r>
            <a:r>
              <a:rPr lang="ja-JP" sz="2200">
                <a:solidFill>
                  <a:srgbClr val="FFFF00"/>
                </a:solidFill>
                <a:latin typeface="+mj-ea"/>
                <a:ea typeface="+mj-ea"/>
              </a:rPr>
              <a:t>犬養毅</a:t>
            </a:r>
          </a:p>
        </p:txBody>
      </p:sp>
      <p:sp>
        <p:nvSpPr>
          <p:cNvPr id="8" name="Rounded Rectangle 7"/>
          <p:cNvSpPr/>
          <p:nvPr/>
        </p:nvSpPr>
        <p:spPr>
          <a:xfrm>
            <a:off x="365760" y="4818126"/>
            <a:ext cx="6766559" cy="1397508"/>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200">
                <a:solidFill>
                  <a:srgbClr val="FFFFFF"/>
                </a:solidFill>
                <a:latin typeface="+mj-ea"/>
                <a:ea typeface="+mj-ea"/>
              </a:rPr>
              <a:t>一方、清浦も政友本党を作ってこの流れに対抗</a:t>
            </a:r>
          </a:p>
          <a:p>
            <a:pPr algn="l">
              <a:lnSpc>
                <a:spcPct val="130000"/>
              </a:lnSpc>
            </a:pPr>
            <a:r>
              <a:rPr lang="ja-JP" sz="2200">
                <a:solidFill>
                  <a:srgbClr val="FFFFFF"/>
                </a:solidFill>
                <a:latin typeface="+mj-ea"/>
                <a:ea typeface="+mj-ea"/>
              </a:rPr>
              <a:t>総選挙は護憲三派の圧勝</a:t>
            </a:r>
          </a:p>
          <a:p>
            <a:pPr algn="l">
              <a:lnSpc>
                <a:spcPct val="130000"/>
              </a:lnSpc>
            </a:pPr>
            <a:r>
              <a:rPr lang="ja-JP" sz="2200">
                <a:solidFill>
                  <a:srgbClr val="FFFFFF"/>
                </a:solidFill>
                <a:latin typeface="+mj-ea"/>
                <a:ea typeface="+mj-ea"/>
              </a:rPr>
              <a:t>…第二次護憲運動によって政権交代が実現した</a:t>
            </a:r>
          </a:p>
        </p:txBody>
      </p:sp>
      <p:sp>
        <p:nvSpPr>
          <p:cNvPr id="9" name="Rectangle 8"/>
          <p:cNvSpPr/>
          <p:nvPr/>
        </p:nvSpPr>
        <p:spPr>
          <a:xfrm>
            <a:off x="7351775" y="2205450"/>
            <a:ext cx="4526280" cy="308717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6.jpeg"/>
          <p:cNvPicPr>
            <a:picLocks noChangeAspect="1"/>
          </p:cNvPicPr>
          <p:nvPr/>
        </p:nvPicPr>
        <p:blipFill>
          <a:blip r:embed="rId2"/>
          <a:stretch>
            <a:fillRect/>
          </a:stretch>
        </p:blipFill>
        <p:spPr>
          <a:xfrm>
            <a:off x="7406640" y="2260314"/>
            <a:ext cx="4416552" cy="2977450"/>
          </a:xfrm>
          <a:prstGeom prst="rect">
            <a:avLst/>
          </a:prstGeom>
        </p:spPr>
      </p:pic>
      <p:sp>
        <p:nvSpPr>
          <p:cNvPr id="11" name="TextBox 10"/>
          <p:cNvSpPr txBox="1"/>
          <p:nvPr/>
        </p:nvSpPr>
        <p:spPr>
          <a:xfrm>
            <a:off x="7406640" y="5276088"/>
            <a:ext cx="4416552" cy="438912"/>
          </a:xfrm>
          <a:prstGeom prst="rect">
            <a:avLst/>
          </a:prstGeom>
          <a:noFill/>
        </p:spPr>
        <p:txBody>
          <a:bodyPr wrap="square">
            <a:spAutoFit/>
          </a:bodyPr>
          <a:lstStyle/>
          <a:p>
            <a:pPr algn="ctr">
              <a:lnSpc>
                <a:spcPct val="100000"/>
              </a:lnSpc>
            </a:pPr>
            <a:r>
              <a:rPr lang="ja-JP" sz="2000">
                <a:solidFill>
                  <a:srgbClr val="BBBBBB"/>
                </a:solidFill>
                <a:latin typeface="+mj-ea"/>
                <a:ea typeface="+mj-ea"/>
              </a:rPr>
              <a:t>犬養・高橋・加藤</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85292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加藤高明内閣</a:t>
            </a:r>
          </a:p>
        </p:txBody>
      </p:sp>
      <p:sp>
        <p:nvSpPr>
          <p:cNvPr id="6" name="Rounded Rectangle 5"/>
          <p:cNvSpPr/>
          <p:nvPr/>
        </p:nvSpPr>
        <p:spPr>
          <a:xfrm>
            <a:off x="365760" y="2391410"/>
            <a:ext cx="7223759" cy="1601724"/>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a:t>
            </a:r>
            <a:r>
              <a:rPr lang="ja-JP" sz="2600">
                <a:solidFill>
                  <a:srgbClr val="FFFF00"/>
                </a:solidFill>
                <a:latin typeface="+mj-ea"/>
                <a:ea typeface="+mj-ea"/>
              </a:rPr>
              <a:t>普通選挙法</a:t>
            </a:r>
            <a:r>
              <a:rPr lang="ja-JP" sz="2600">
                <a:solidFill>
                  <a:srgbClr val="FFFFFF"/>
                </a:solidFill>
                <a:latin typeface="+mj-ea"/>
                <a:ea typeface="+mj-ea"/>
              </a:rPr>
              <a:t>を制定</a:t>
            </a:r>
          </a:p>
          <a:p>
            <a:pPr algn="l">
              <a:lnSpc>
                <a:spcPct val="130000"/>
              </a:lnSpc>
            </a:pPr>
            <a:r>
              <a:rPr lang="ja-JP" sz="2600">
                <a:solidFill>
                  <a:srgbClr val="FFFFFF"/>
                </a:solidFill>
                <a:latin typeface="+mj-ea"/>
                <a:ea typeface="+mj-ea"/>
              </a:rPr>
              <a:t>満</a:t>
            </a:r>
            <a:r>
              <a:rPr lang="ja-JP" sz="2600" u="sng">
                <a:solidFill>
                  <a:srgbClr val="FFFFFF"/>
                </a:solidFill>
                <a:latin typeface="+mj-ea"/>
                <a:ea typeface="+mj-ea"/>
              </a:rPr>
              <a:t>25歳以上</a:t>
            </a:r>
            <a:r>
              <a:rPr lang="ja-JP" sz="2600">
                <a:solidFill>
                  <a:srgbClr val="FFFFFF"/>
                </a:solidFill>
                <a:latin typeface="+mj-ea"/>
                <a:ea typeface="+mj-ea"/>
              </a:rPr>
              <a:t>の</a:t>
            </a:r>
            <a:r>
              <a:rPr lang="ja-JP" sz="2600" u="sng">
                <a:solidFill>
                  <a:srgbClr val="FFFFFF"/>
                </a:solidFill>
                <a:latin typeface="+mj-ea"/>
                <a:ea typeface="+mj-ea"/>
              </a:rPr>
              <a:t>男性</a:t>
            </a:r>
            <a:r>
              <a:rPr lang="ja-JP" sz="2600">
                <a:solidFill>
                  <a:srgbClr val="FFFFFF"/>
                </a:solidFill>
                <a:latin typeface="+mj-ea"/>
                <a:ea typeface="+mj-ea"/>
              </a:rPr>
              <a:t>全員に無条件で選挙権が与えられた</a:t>
            </a:r>
          </a:p>
        </p:txBody>
      </p:sp>
      <p:sp>
        <p:nvSpPr>
          <p:cNvPr id="7" name="Rounded Rectangle 6"/>
          <p:cNvSpPr/>
          <p:nvPr/>
        </p:nvSpPr>
        <p:spPr>
          <a:xfrm>
            <a:off x="365760" y="4358894"/>
            <a:ext cx="7223759" cy="1159256"/>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600">
                <a:solidFill>
                  <a:srgbClr val="FFFFFF"/>
                </a:solidFill>
                <a:latin typeface="+mj-ea"/>
                <a:ea typeface="+mj-ea"/>
              </a:rPr>
              <a:t>★◯</a:t>
            </a:r>
            <a:r>
              <a:rPr lang="ja-JP" sz="2600">
                <a:solidFill>
                  <a:srgbClr val="FFFF00"/>
                </a:solidFill>
                <a:latin typeface="+mj-ea"/>
                <a:ea typeface="+mj-ea"/>
              </a:rPr>
              <a:t>治安維持法</a:t>
            </a:r>
            <a:r>
              <a:rPr lang="ja-JP" sz="2600">
                <a:solidFill>
                  <a:srgbClr val="FFFFFF"/>
                </a:solidFill>
                <a:latin typeface="+mj-ea"/>
                <a:ea typeface="+mj-ea"/>
              </a:rPr>
              <a:t>を制定</a:t>
            </a:r>
          </a:p>
          <a:p>
            <a:pPr algn="l">
              <a:lnSpc>
                <a:spcPct val="130000"/>
              </a:lnSpc>
            </a:pPr>
            <a:r>
              <a:rPr lang="ja-JP" sz="2600">
                <a:solidFill>
                  <a:srgbClr val="FFFFFF"/>
                </a:solidFill>
                <a:latin typeface="+mj-ea"/>
                <a:ea typeface="+mj-ea"/>
              </a:rPr>
              <a:t>社会主義運動や労働運動を抑えるため</a:t>
            </a:r>
          </a:p>
        </p:txBody>
      </p:sp>
      <p:sp>
        <p:nvSpPr>
          <p:cNvPr id="8" name="Rectangle 7"/>
          <p:cNvSpPr/>
          <p:nvPr/>
        </p:nvSpPr>
        <p:spPr>
          <a:xfrm>
            <a:off x="8288831" y="1271016"/>
            <a:ext cx="3109368" cy="52760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7.jpeg"/>
          <p:cNvPicPr>
            <a:picLocks noChangeAspect="1"/>
          </p:cNvPicPr>
          <p:nvPr/>
        </p:nvPicPr>
        <p:blipFill>
          <a:blip r:embed="rId2"/>
          <a:stretch>
            <a:fillRect/>
          </a:stretch>
        </p:blipFill>
        <p:spPr>
          <a:xfrm>
            <a:off x="8343695" y="1325880"/>
            <a:ext cx="2999640" cy="51663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084831"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考えよう</a:t>
            </a:r>
          </a:p>
        </p:txBody>
      </p:sp>
      <p:sp>
        <p:nvSpPr>
          <p:cNvPr id="6" name="Rounded Rectangle 5"/>
          <p:cNvSpPr/>
          <p:nvPr/>
        </p:nvSpPr>
        <p:spPr>
          <a:xfrm>
            <a:off x="365760" y="1783080"/>
            <a:ext cx="5577840" cy="4206240"/>
          </a:xfrm>
          <a:prstGeom prst="roundRect">
            <a:avLst>
              <a:gd name="adj" fmla="val 5434"/>
            </a:avLst>
          </a:prstGeom>
          <a:solidFill>
            <a:srgbClr val="2A2A2A"/>
          </a:solidFill>
          <a:ln w="19050">
            <a:solidFill>
              <a:srgbClr val="98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783080"/>
            <a:ext cx="5577840" cy="777240"/>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800" b="1">
                <a:solidFill>
                  <a:srgbClr val="1A1A1A"/>
                </a:solidFill>
                <a:latin typeface="+mj-ea"/>
                <a:ea typeface="+mj-ea"/>
              </a:rPr>
              <a:t>原内閣</a:t>
            </a:r>
          </a:p>
        </p:txBody>
      </p:sp>
      <p:sp>
        <p:nvSpPr>
          <p:cNvPr id="8" name="TextBox 7"/>
          <p:cNvSpPr txBox="1"/>
          <p:nvPr/>
        </p:nvSpPr>
        <p:spPr>
          <a:xfrm>
            <a:off x="502920" y="2697480"/>
            <a:ext cx="5303520" cy="3154679"/>
          </a:xfrm>
          <a:prstGeom prst="rect">
            <a:avLst/>
          </a:prstGeom>
          <a:noFill/>
        </p:spPr>
        <p:txBody>
          <a:bodyPr wrap="square" anchor="ctr">
            <a:spAutoFit/>
          </a:bodyPr>
          <a:lstStyle/>
          <a:p>
            <a:pPr algn="l">
              <a:lnSpc>
                <a:spcPct val="140000"/>
              </a:lnSpc>
            </a:pPr>
            <a:r>
              <a:rPr lang="ja-JP" sz="2400">
                <a:latin typeface="+mj-ea"/>
                <a:ea typeface="+mj-ea"/>
              </a:rPr>
              <a:t>「原内閣が普通選挙を実現できなかった理由を思い出そう」</a:t>
            </a:r>
          </a:p>
          <a:p>
            <a:pPr algn="l">
              <a:lnSpc>
                <a:spcPct val="140000"/>
              </a:lnSpc>
            </a:pPr>
            <a:r>
              <a:rPr lang="ja-JP" sz="2400">
                <a:latin typeface="+mj-ea"/>
                <a:ea typeface="+mj-ea"/>
              </a:rPr>
              <a:t>普通選挙の実施による、労働運動・農民運動・社会主義運動などの運動の盛り上がりを危惧　→断念</a:t>
            </a:r>
          </a:p>
        </p:txBody>
      </p:sp>
      <p:sp>
        <p:nvSpPr>
          <p:cNvPr id="9" name="Rounded Rectangle 8"/>
          <p:cNvSpPr/>
          <p:nvPr/>
        </p:nvSpPr>
        <p:spPr>
          <a:xfrm>
            <a:off x="6245352" y="1783080"/>
            <a:ext cx="5577840" cy="4206240"/>
          </a:xfrm>
          <a:prstGeom prst="roundRect">
            <a:avLst>
              <a:gd name="adj" fmla="val 5434"/>
            </a:avLst>
          </a:prstGeom>
          <a:solidFill>
            <a:srgbClr val="2A2A2A"/>
          </a:solidFill>
          <a:ln w="19050">
            <a:solidFill>
              <a:srgbClr val="98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45352" y="1783080"/>
            <a:ext cx="5577840" cy="777240"/>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800" b="1">
                <a:solidFill>
                  <a:srgbClr val="1A1A1A"/>
                </a:solidFill>
                <a:latin typeface="+mj-ea"/>
                <a:ea typeface="+mj-ea"/>
              </a:rPr>
              <a:t>加藤内閣</a:t>
            </a:r>
          </a:p>
        </p:txBody>
      </p:sp>
      <p:sp>
        <p:nvSpPr>
          <p:cNvPr id="11" name="TextBox 10"/>
          <p:cNvSpPr txBox="1"/>
          <p:nvPr/>
        </p:nvSpPr>
        <p:spPr>
          <a:xfrm>
            <a:off x="6382512" y="2697480"/>
            <a:ext cx="5303520" cy="3154679"/>
          </a:xfrm>
          <a:prstGeom prst="rect">
            <a:avLst/>
          </a:prstGeom>
          <a:noFill/>
        </p:spPr>
        <p:txBody>
          <a:bodyPr wrap="square" anchor="ctr">
            <a:spAutoFit/>
          </a:bodyPr>
          <a:lstStyle/>
          <a:p>
            <a:pPr algn="l">
              <a:lnSpc>
                <a:spcPct val="140000"/>
              </a:lnSpc>
            </a:pPr>
            <a:r>
              <a:rPr lang="ja-JP" sz="2400">
                <a:latin typeface="+mj-ea"/>
                <a:ea typeface="+mj-ea"/>
              </a:rPr>
              <a:t>「加藤内閣はなぜ実現できた？」</a:t>
            </a:r>
          </a:p>
          <a:p>
            <a:pPr algn="l">
              <a:lnSpc>
                <a:spcPct val="140000"/>
              </a:lnSpc>
            </a:pPr>
            <a:r>
              <a:rPr lang="ja-JP" sz="2400">
                <a:latin typeface="+mj-ea"/>
                <a:ea typeface="+mj-ea"/>
              </a:rPr>
              <a:t>普通選挙法とセットで運動を弾圧する法令（</a:t>
            </a:r>
            <a:r>
              <a:rPr lang="ja-JP" sz="2400" u="sng">
                <a:latin typeface="+mj-ea"/>
                <a:ea typeface="+mj-ea"/>
              </a:rPr>
              <a:t>治安維持法</a:t>
            </a:r>
            <a:r>
              <a:rPr lang="ja-JP" sz="2400">
                <a:latin typeface="+mj-ea"/>
                <a:ea typeface="+mj-ea"/>
              </a:rPr>
              <a:t>）も出して、運動が盛り上がりすぎないようにした</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1" sz="quarter"/>
          </p:nvPr>
        </p:nvSpPr>
        <p:spPr>
          <a:xfrm>
            <a:off x="108126" y="59970"/>
            <a:ext cx="10286175" cy="469900"/>
          </a:xfrm>
        </p:spPr>
        <p:txBody>
          <a:bodyPr/>
          <a:lstStyle/>
          <a:p>
            <a:r>
              <a:t>大正時代の日本</a:t>
            </a:r>
          </a:p>
        </p:txBody>
      </p:sp>
      <p:sp>
        <p:nvSpPr>
          <p:cNvPr id="5" name="Rounded Rectangle 4"/>
          <p:cNvSpPr/>
          <p:nvPr/>
        </p:nvSpPr>
        <p:spPr>
          <a:xfrm>
            <a:off x="365760" y="621792"/>
            <a:ext cx="2852928" cy="603504"/>
          </a:xfrm>
          <a:prstGeom prst="roundRect">
            <a:avLst>
              <a:gd name="adj" fmla="val 12000"/>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lnSpc>
                <a:spcPct val="125000"/>
              </a:lnSpc>
            </a:pPr>
            <a:r>
              <a:rPr lang="ja-JP" sz="2200" b="1">
                <a:solidFill>
                  <a:srgbClr val="1A1A1A"/>
                </a:solidFill>
                <a:latin typeface="+mj-ea"/>
                <a:ea typeface="+mj-ea"/>
              </a:rPr>
              <a:t>加藤高明内閣</a:t>
            </a:r>
          </a:p>
        </p:txBody>
      </p:sp>
      <p:sp>
        <p:nvSpPr>
          <p:cNvPr id="6" name="TextBox 5"/>
          <p:cNvSpPr txBox="1"/>
          <p:nvPr/>
        </p:nvSpPr>
        <p:spPr>
          <a:xfrm>
            <a:off x="3447288" y="548640"/>
            <a:ext cx="8375904" cy="777240"/>
          </a:xfrm>
          <a:prstGeom prst="rect">
            <a:avLst/>
          </a:prstGeom>
          <a:noFill/>
        </p:spPr>
        <p:txBody>
          <a:bodyPr wrap="square" anchor="ctr">
            <a:spAutoFit/>
          </a:bodyPr>
          <a:lstStyle/>
          <a:p>
            <a:pPr>
              <a:lnSpc>
                <a:spcPct val="100000"/>
              </a:lnSpc>
            </a:pPr>
            <a:r>
              <a:rPr lang="ja-JP" sz="2800">
                <a:latin typeface="+mj-ea"/>
                <a:ea typeface="+mj-ea"/>
              </a:rPr>
              <a:t>治安維持法を制定した理由はもう一つ！</a:t>
            </a:r>
          </a:p>
        </p:txBody>
      </p:sp>
      <p:sp>
        <p:nvSpPr>
          <p:cNvPr id="7" name="Rounded Rectangle 6"/>
          <p:cNvSpPr/>
          <p:nvPr/>
        </p:nvSpPr>
        <p:spPr>
          <a:xfrm>
            <a:off x="365760" y="1659636"/>
            <a:ext cx="11457432" cy="682752"/>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この年、日本はソ連と国交を樹立　→</a:t>
            </a:r>
            <a:r>
              <a:rPr lang="ja-JP" sz="2400" u="sng">
                <a:solidFill>
                  <a:srgbClr val="FFFFFF"/>
                </a:solidFill>
                <a:latin typeface="+mj-ea"/>
                <a:ea typeface="+mj-ea"/>
              </a:rPr>
              <a:t>日ソ基本条約</a:t>
            </a:r>
          </a:p>
        </p:txBody>
      </p:sp>
      <p:sp>
        <p:nvSpPr>
          <p:cNvPr id="8" name="Down Arrow 7"/>
          <p:cNvSpPr/>
          <p:nvPr/>
        </p:nvSpPr>
        <p:spPr>
          <a:xfrm>
            <a:off x="5838444" y="2525268"/>
            <a:ext cx="512064" cy="347472"/>
          </a:xfrm>
          <a:prstGeom prst="downArrow">
            <a:avLst/>
          </a:prstGeom>
          <a:solidFill>
            <a:srgbClr val="98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5760" y="3166872"/>
            <a:ext cx="868680" cy="868680"/>
          </a:xfrm>
          <a:prstGeom prst="ellipse">
            <a:avLst/>
          </a:prstGeom>
          <a:solidFill>
            <a:srgbClr val="FF9E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lnSpc>
                <a:spcPct val="125000"/>
              </a:lnSpc>
            </a:pPr>
            <a:r>
              <a:rPr lang="ja-JP" sz="2600" b="1">
                <a:solidFill>
                  <a:srgbClr val="1A1A1A"/>
                </a:solidFill>
                <a:latin typeface="+mj-ea"/>
                <a:ea typeface="+mj-ea"/>
              </a:rPr>
              <a:t>国</a:t>
            </a:r>
          </a:p>
        </p:txBody>
      </p:sp>
      <p:sp>
        <p:nvSpPr>
          <p:cNvPr id="10" name="Rectangular Callout 9"/>
          <p:cNvSpPr/>
          <p:nvPr/>
        </p:nvSpPr>
        <p:spPr>
          <a:xfrm>
            <a:off x="1554480" y="3055620"/>
            <a:ext cx="10268712" cy="1091184"/>
          </a:xfrm>
          <a:prstGeom prst="wedgeRectCallout">
            <a:avLst>
              <a:gd name="adj1" fmla="val -52671"/>
              <a:gd name="adj2" fmla="val 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u="sng">
                <a:solidFill>
                  <a:srgbClr val="FFFFFF"/>
                </a:solidFill>
                <a:latin typeface="+mj-ea"/>
                <a:ea typeface="+mj-ea"/>
              </a:rPr>
              <a:t>国内</a:t>
            </a:r>
            <a:r>
              <a:rPr lang="ja-JP" sz="2400">
                <a:solidFill>
                  <a:srgbClr val="FFFFFF"/>
                </a:solidFill>
                <a:latin typeface="+mj-ea"/>
                <a:ea typeface="+mj-ea"/>
              </a:rPr>
              <a:t>　「日本がソ連を国として認めた！社会主義の国を認めた！」</a:t>
            </a:r>
          </a:p>
          <a:p>
            <a:pPr algn="l">
              <a:lnSpc>
                <a:spcPct val="130000"/>
              </a:lnSpc>
            </a:pPr>
            <a:r>
              <a:rPr lang="ja-JP" sz="2400">
                <a:solidFill>
                  <a:srgbClr val="FFFFFF"/>
                </a:solidFill>
                <a:latin typeface="+mj-ea"/>
                <a:ea typeface="+mj-ea"/>
              </a:rPr>
              <a:t>⇨ 共産主義や社会主義が盛り上がってしまう…</a:t>
            </a:r>
          </a:p>
        </p:txBody>
      </p:sp>
      <p:sp>
        <p:nvSpPr>
          <p:cNvPr id="11" name="Rounded Rectangle 10"/>
          <p:cNvSpPr/>
          <p:nvPr/>
        </p:nvSpPr>
        <p:spPr>
          <a:xfrm>
            <a:off x="365760" y="4311396"/>
            <a:ext cx="11457432" cy="682752"/>
          </a:xfrm>
          <a:prstGeom prst="roundRect">
            <a:avLst>
              <a:gd name="adj" fmla="val 12000"/>
            </a:avLst>
          </a:prstGeom>
          <a:solidFill>
            <a:srgbClr val="2A2A2A"/>
          </a:solidFill>
          <a:ln w="15875">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＞治安維持法によって抑止</a:t>
            </a:r>
          </a:p>
        </p:txBody>
      </p:sp>
      <p:sp>
        <p:nvSpPr>
          <p:cNvPr id="12" name="Rounded Rectangle 11"/>
          <p:cNvSpPr/>
          <p:nvPr/>
        </p:nvSpPr>
        <p:spPr>
          <a:xfrm>
            <a:off x="365760" y="5158740"/>
            <a:ext cx="11457432" cy="1091184"/>
          </a:xfrm>
          <a:prstGeom prst="roundRect">
            <a:avLst>
              <a:gd name="adj" fmla="val 12000"/>
            </a:avLst>
          </a:prstGeom>
          <a:solidFill>
            <a:srgbClr val="2A2A2A"/>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lnSpc>
                <a:spcPct val="130000"/>
              </a:lnSpc>
            </a:pPr>
            <a:r>
              <a:rPr lang="ja-JP" sz="2400">
                <a:solidFill>
                  <a:srgbClr val="FFFFFF"/>
                </a:solidFill>
                <a:latin typeface="+mj-ea"/>
                <a:ea typeface="+mj-ea"/>
              </a:rPr>
              <a:t>普通選挙法が制定されると、小作農や労働者を支持基盤とする政党が結成されるようになった（</a:t>
            </a:r>
            <a:r>
              <a:rPr lang="ja-JP" sz="2400" u="sng">
                <a:solidFill>
                  <a:srgbClr val="FFFFFF"/>
                </a:solidFill>
                <a:latin typeface="+mj-ea"/>
                <a:ea typeface="+mj-ea"/>
              </a:rPr>
              <a:t>無産政党</a:t>
            </a:r>
            <a:r>
              <a:rPr lang="ja-JP" sz="2400">
                <a:solidFill>
                  <a:srgbClr val="FFFFFF"/>
                </a:solidFill>
                <a:latin typeface="+mj-ea"/>
                <a:ea typeface="+mj-ea"/>
              </a:rPr>
              <a:t>）</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ユーザー定義 3">
      <a:majorFont>
        <a:latin typeface="Arial"/>
        <a:ea typeface="UD デジタル 教科書体 NP-B"/>
        <a:cs typeface=""/>
      </a:majorFont>
      <a:minorFont>
        <a:latin typeface="Aral"/>
        <a:ea typeface="UD デジタル 教科書体 NP-B"/>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研究発表用テンプレート2022版.potx" id="{6306135A-614C-4776-A803-91994B10B76C}" vid="{3B8C9F31-E626-4709-A765-E9EDF381CB2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06EBC8325169B94CB706C798710B63A5" ma:contentTypeVersion="4" ma:contentTypeDescription="新しいドキュメントを作成します。" ma:contentTypeScope="" ma:versionID="be59ae41b05df5347b8124f385c732c0">
  <xsd:schema xmlns:xsd="http://www.w3.org/2001/XMLSchema" xmlns:xs="http://www.w3.org/2001/XMLSchema" xmlns:p="http://schemas.microsoft.com/office/2006/metadata/properties" xmlns:ns3="260aeb82-43a6-4d5d-b5ae-510359d54d4e" targetNamespace="http://schemas.microsoft.com/office/2006/metadata/properties" ma:root="true" ma:fieldsID="df77a6b261cb9446f4e9dd6fc13af27d" ns3:_="">
    <xsd:import namespace="260aeb82-43a6-4d5d-b5ae-510359d54d4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0aeb82-43a6-4d5d-b5ae-510359d54d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6C84EC-6DCA-4E2B-8BB4-BFFE37A4F69F}">
  <ds:schemaRefs>
    <ds:schemaRef ds:uri="http://schemas.microsoft.com/sharepoint/v3/contenttype/forms"/>
  </ds:schemaRefs>
</ds:datastoreItem>
</file>

<file path=customXml/itemProps2.xml><?xml version="1.0" encoding="utf-8"?>
<ds:datastoreItem xmlns:ds="http://schemas.openxmlformats.org/officeDocument/2006/customXml" ds:itemID="{0A398DF5-F83A-4D30-9E6B-7BDF50158702}">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E4634066-344B-47E5-8857-FFEDECB64F76}">
  <ds:schemaRefs>
    <ds:schemaRef ds:uri="http://schemas.microsoft.com/office/2006/metadata/contentType"/>
    <ds:schemaRef ds:uri="http://schemas.microsoft.com/office/2006/metadata/properties/metaAttributes"/>
    <ds:schemaRef ds:uri="http://www.w3.org/2000/xmlns/"/>
    <ds:schemaRef ds:uri="http://www.w3.org/2001/XMLSchema"/>
    <ds:schemaRef ds:uri="260aeb82-43a6-4d5d-b5ae-510359d54d4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20153</TotalTime>
  <Words>1743</Words>
  <Application>Microsoft Macintosh PowerPoint</Application>
  <PresentationFormat>ワイド画面</PresentationFormat>
  <Paragraphs>236</Paragraphs>
  <Slides>22</Slides>
  <Notes>20</Notes>
  <HiddenSlides>0</HiddenSlides>
  <MMClips>1</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22</vt:i4>
      </vt:variant>
    </vt:vector>
  </HeadingPairs>
  <TitlesOfParts>
    <vt:vector size="29" baseType="lpstr">
      <vt:lpstr>UD デジタル 教科書体 N-B</vt:lpstr>
      <vt:lpstr>UD デジタル 教科書体 NP-B</vt:lpstr>
      <vt:lpstr>游ゴシック</vt:lpstr>
      <vt:lpstr>游ゴシック Medium</vt:lpstr>
      <vt:lpstr>Arial</vt:lpstr>
      <vt:lpstr>Wingdings</vt:lpstr>
      <vt:lpstr>研究発表スライドマスタ</vt:lpstr>
      <vt:lpstr>PowerPoint プレゼンテーション</vt:lpstr>
      <vt:lpstr>帝国主義と植民地侵略</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イノベーションには何が必要か</dc:title>
  <dc:creator>洋平 荒沢</dc:creator>
  <cp:lastModifiedBy>今井 聖也</cp:lastModifiedBy>
  <cp:revision>4</cp:revision>
  <cp:lastPrinted>2026-05-12T04:46:33Z</cp:lastPrinted>
  <dcterms:created xsi:type="dcterms:W3CDTF">2024-03-22T11:32:05Z</dcterms:created>
  <dcterms:modified xsi:type="dcterms:W3CDTF">2026-09-28T23:50:24Z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0x01010006EBC8325169B94CB706C798710B63A5</vt:lpwstr>
  </property>
</Properties>
</file>